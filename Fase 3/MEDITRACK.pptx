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8288000" cy="10287000"/>
  <p:notesSz cx="6858000" cy="9144000"/>
  <p:embeddedFontLst>
    <p:embeddedFont>
      <p:font typeface="Barlow Bold" panose="020B0604020202020204" charset="0"/>
      <p:regular r:id="rId20"/>
    </p:embeddedFont>
    <p:embeddedFont>
      <p:font typeface="Barlow Semi-Bold" panose="020B0604020202020204" charset="0"/>
      <p:regular r:id="rId21"/>
    </p:embeddedFont>
    <p:embeddedFont>
      <p:font typeface="Barlow Ultra-Bold" panose="020B0604020202020204" charset="0"/>
      <p:regular r:id="rId22"/>
    </p:embeddedFont>
    <p:embeddedFont>
      <p:font typeface="Calibri" panose="020F0502020204030204" pitchFamily="34" charset="0"/>
      <p:regular r:id="rId23"/>
      <p:bold r:id="rId24"/>
      <p:italic r:id="rId25"/>
      <p:boldItalic r:id="rId26"/>
    </p:embeddedFont>
    <p:embeddedFont>
      <p:font typeface="Poppins" panose="00000500000000000000" pitchFamily="2" charset="0"/>
      <p:regular r:id="rId27"/>
    </p:embeddedFont>
    <p:embeddedFont>
      <p:font typeface="Poppins Bold" panose="00000800000000000000" charset="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2" d="100"/>
          <a:sy n="72" d="100"/>
        </p:scale>
        <p:origin x="972"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103679" y="0"/>
            <a:ext cx="11184321" cy="10287000"/>
          </a:xfrm>
          <a:custGeom>
            <a:avLst/>
            <a:gdLst/>
            <a:ahLst/>
            <a:cxnLst/>
            <a:rect l="l" t="t" r="r" b="b"/>
            <a:pathLst>
              <a:path w="11184321" h="10287000">
                <a:moveTo>
                  <a:pt x="0" y="0"/>
                </a:moveTo>
                <a:lnTo>
                  <a:pt x="11184321" y="0"/>
                </a:lnTo>
                <a:lnTo>
                  <a:pt x="11184321" y="10287000"/>
                </a:lnTo>
                <a:lnTo>
                  <a:pt x="0" y="10287000"/>
                </a:lnTo>
                <a:lnTo>
                  <a:pt x="0" y="0"/>
                </a:lnTo>
                <a:close/>
              </a:path>
            </a:pathLst>
          </a:custGeom>
          <a:blipFill>
            <a:blip r:embed="rId2"/>
            <a:stretch>
              <a:fillRect l="-5509" r="-17126"/>
            </a:stretch>
          </a:blipFill>
        </p:spPr>
      </p:sp>
      <p:grpSp>
        <p:nvGrpSpPr>
          <p:cNvPr id="3" name="Group 3"/>
          <p:cNvGrpSpPr/>
          <p:nvPr/>
        </p:nvGrpSpPr>
        <p:grpSpPr>
          <a:xfrm rot="4288751">
            <a:off x="5974197" y="2639091"/>
            <a:ext cx="9351839" cy="2039065"/>
            <a:chOff x="0" y="0"/>
            <a:chExt cx="2795831" cy="609600"/>
          </a:xfrm>
        </p:grpSpPr>
        <p:sp>
          <p:nvSpPr>
            <p:cNvPr id="4" name="Freeform 4"/>
            <p:cNvSpPr/>
            <p:nvPr/>
          </p:nvSpPr>
          <p:spPr>
            <a:xfrm>
              <a:off x="0" y="0"/>
              <a:ext cx="2795831" cy="609600"/>
            </a:xfrm>
            <a:custGeom>
              <a:avLst/>
              <a:gdLst/>
              <a:ahLst/>
              <a:cxnLst/>
              <a:rect l="l" t="t" r="r" b="b"/>
              <a:pathLst>
                <a:path w="2795831" h="609600">
                  <a:moveTo>
                    <a:pt x="203200" y="0"/>
                  </a:moveTo>
                  <a:lnTo>
                    <a:pt x="2592631" y="0"/>
                  </a:lnTo>
                  <a:lnTo>
                    <a:pt x="2795831" y="609600"/>
                  </a:lnTo>
                  <a:lnTo>
                    <a:pt x="0" y="609600"/>
                  </a:lnTo>
                  <a:lnTo>
                    <a:pt x="203200" y="0"/>
                  </a:lnTo>
                  <a:close/>
                </a:path>
              </a:pathLst>
            </a:custGeom>
            <a:solidFill>
              <a:srgbClr val="FFFFFF">
                <a:alpha val="47843"/>
              </a:srgbClr>
            </a:solidFill>
          </p:spPr>
        </p:sp>
        <p:sp>
          <p:nvSpPr>
            <p:cNvPr id="5" name="TextBox 5"/>
            <p:cNvSpPr txBox="1"/>
            <p:nvPr/>
          </p:nvSpPr>
          <p:spPr>
            <a:xfrm>
              <a:off x="127000" y="-38100"/>
              <a:ext cx="2541831" cy="64770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4743524" y="-360315"/>
            <a:ext cx="18049165" cy="13536873"/>
            <a:chOff x="0" y="0"/>
            <a:chExt cx="812800" cy="609600"/>
          </a:xfrm>
        </p:grpSpPr>
        <p:sp>
          <p:nvSpPr>
            <p:cNvPr id="7" name="Freeform 7"/>
            <p:cNvSpPr/>
            <p:nvPr/>
          </p:nvSpPr>
          <p:spPr>
            <a:xfrm>
              <a:off x="0" y="0"/>
              <a:ext cx="812800" cy="609600"/>
            </a:xfrm>
            <a:custGeom>
              <a:avLst/>
              <a:gdLst/>
              <a:ahLst/>
              <a:cxnLst/>
              <a:rect l="l" t="t" r="r" b="b"/>
              <a:pathLst>
                <a:path w="812800" h="609600">
                  <a:moveTo>
                    <a:pt x="609600" y="0"/>
                  </a:moveTo>
                  <a:lnTo>
                    <a:pt x="0" y="0"/>
                  </a:lnTo>
                  <a:lnTo>
                    <a:pt x="203200" y="609600"/>
                  </a:lnTo>
                  <a:lnTo>
                    <a:pt x="812800" y="609600"/>
                  </a:lnTo>
                  <a:lnTo>
                    <a:pt x="609600" y="0"/>
                  </a:lnTo>
                  <a:close/>
                </a:path>
              </a:pathLst>
            </a:custGeom>
            <a:solidFill>
              <a:srgbClr val="FFFFFF"/>
            </a:solidFill>
          </p:spPr>
        </p:sp>
        <p:sp>
          <p:nvSpPr>
            <p:cNvPr id="8" name="TextBox 8"/>
            <p:cNvSpPr txBox="1"/>
            <p:nvPr/>
          </p:nvSpPr>
          <p:spPr>
            <a:xfrm>
              <a:off x="101600" y="-38100"/>
              <a:ext cx="60960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rot="4288751">
            <a:off x="6209673" y="2829271"/>
            <a:ext cx="8519102" cy="1096115"/>
            <a:chOff x="0" y="0"/>
            <a:chExt cx="2795831" cy="359727"/>
          </a:xfrm>
        </p:grpSpPr>
        <p:sp>
          <p:nvSpPr>
            <p:cNvPr id="10" name="Freeform 10"/>
            <p:cNvSpPr/>
            <p:nvPr/>
          </p:nvSpPr>
          <p:spPr>
            <a:xfrm>
              <a:off x="0" y="0"/>
              <a:ext cx="2795831" cy="359727"/>
            </a:xfrm>
            <a:custGeom>
              <a:avLst/>
              <a:gdLst/>
              <a:ahLst/>
              <a:cxnLst/>
              <a:rect l="l" t="t" r="r" b="b"/>
              <a:pathLst>
                <a:path w="2795831" h="359727">
                  <a:moveTo>
                    <a:pt x="203200" y="0"/>
                  </a:moveTo>
                  <a:lnTo>
                    <a:pt x="2592631" y="0"/>
                  </a:lnTo>
                  <a:lnTo>
                    <a:pt x="2795831" y="359727"/>
                  </a:lnTo>
                  <a:lnTo>
                    <a:pt x="0" y="359727"/>
                  </a:lnTo>
                  <a:lnTo>
                    <a:pt x="203200" y="0"/>
                  </a:lnTo>
                  <a:close/>
                </a:path>
              </a:pathLst>
            </a:custGeom>
            <a:solidFill>
              <a:srgbClr val="F1B04E"/>
            </a:solidFill>
          </p:spPr>
        </p:sp>
        <p:sp>
          <p:nvSpPr>
            <p:cNvPr id="11" name="TextBox 11"/>
            <p:cNvSpPr txBox="1"/>
            <p:nvPr/>
          </p:nvSpPr>
          <p:spPr>
            <a:xfrm>
              <a:off x="127000" y="-38100"/>
              <a:ext cx="2541831" cy="397827"/>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rot="8569794">
            <a:off x="5001559" y="8934193"/>
            <a:ext cx="8519102" cy="1857496"/>
            <a:chOff x="0" y="0"/>
            <a:chExt cx="2795831" cy="609600"/>
          </a:xfrm>
        </p:grpSpPr>
        <p:sp>
          <p:nvSpPr>
            <p:cNvPr id="13" name="Freeform 13"/>
            <p:cNvSpPr/>
            <p:nvPr/>
          </p:nvSpPr>
          <p:spPr>
            <a:xfrm>
              <a:off x="0" y="0"/>
              <a:ext cx="2795831" cy="609600"/>
            </a:xfrm>
            <a:custGeom>
              <a:avLst/>
              <a:gdLst/>
              <a:ahLst/>
              <a:cxnLst/>
              <a:rect l="l" t="t" r="r" b="b"/>
              <a:pathLst>
                <a:path w="2795831" h="609600">
                  <a:moveTo>
                    <a:pt x="203200" y="0"/>
                  </a:moveTo>
                  <a:lnTo>
                    <a:pt x="2592631" y="0"/>
                  </a:lnTo>
                  <a:lnTo>
                    <a:pt x="2795831" y="609600"/>
                  </a:lnTo>
                  <a:lnTo>
                    <a:pt x="0" y="609600"/>
                  </a:lnTo>
                  <a:lnTo>
                    <a:pt x="203200" y="0"/>
                  </a:lnTo>
                  <a:close/>
                </a:path>
              </a:pathLst>
            </a:custGeom>
            <a:solidFill>
              <a:srgbClr val="1B517B"/>
            </a:solidFill>
          </p:spPr>
        </p:sp>
        <p:sp>
          <p:nvSpPr>
            <p:cNvPr id="14" name="TextBox 14"/>
            <p:cNvSpPr txBox="1"/>
            <p:nvPr/>
          </p:nvSpPr>
          <p:spPr>
            <a:xfrm>
              <a:off x="127000" y="-38100"/>
              <a:ext cx="2541831" cy="647700"/>
            </a:xfrm>
            <a:prstGeom prst="rect">
              <a:avLst/>
            </a:prstGeom>
          </p:spPr>
          <p:txBody>
            <a:bodyPr lIns="50800" tIns="50800" rIns="50800" bIns="50800" rtlCol="0" anchor="ctr"/>
            <a:lstStyle/>
            <a:p>
              <a:pPr algn="ctr">
                <a:lnSpc>
                  <a:spcPts val="2659"/>
                </a:lnSpc>
              </a:pPr>
              <a:endParaRPr/>
            </a:p>
          </p:txBody>
        </p:sp>
      </p:grpSp>
      <p:sp>
        <p:nvSpPr>
          <p:cNvPr id="15" name="TextBox 15"/>
          <p:cNvSpPr txBox="1"/>
          <p:nvPr/>
        </p:nvSpPr>
        <p:spPr>
          <a:xfrm>
            <a:off x="916053" y="3215456"/>
            <a:ext cx="9506228" cy="2371725"/>
          </a:xfrm>
          <a:prstGeom prst="rect">
            <a:avLst/>
          </a:prstGeom>
        </p:spPr>
        <p:txBody>
          <a:bodyPr lIns="0" tIns="0" rIns="0" bIns="0" rtlCol="0" anchor="t">
            <a:spAutoFit/>
          </a:bodyPr>
          <a:lstStyle/>
          <a:p>
            <a:pPr algn="l">
              <a:lnSpc>
                <a:spcPts val="9325"/>
              </a:lnSpc>
            </a:pPr>
            <a:r>
              <a:rPr lang="en-US" sz="7771" b="1" spc="528">
                <a:solidFill>
                  <a:srgbClr val="487BA2"/>
                </a:solidFill>
                <a:latin typeface="Barlow Semi-Bold"/>
                <a:ea typeface="Barlow Semi-Bold"/>
                <a:cs typeface="Barlow Semi-Bold"/>
                <a:sym typeface="Barlow Semi-Bold"/>
              </a:rPr>
              <a:t>PROYECTO</a:t>
            </a:r>
          </a:p>
          <a:p>
            <a:pPr algn="l">
              <a:lnSpc>
                <a:spcPts val="9325"/>
              </a:lnSpc>
            </a:pPr>
            <a:endParaRPr lang="en-US" sz="7771" b="1" spc="528">
              <a:solidFill>
                <a:srgbClr val="487BA2"/>
              </a:solidFill>
              <a:latin typeface="Barlow Semi-Bold"/>
              <a:ea typeface="Barlow Semi-Bold"/>
              <a:cs typeface="Barlow Semi-Bold"/>
              <a:sym typeface="Barlow Semi-Bold"/>
            </a:endParaRPr>
          </a:p>
        </p:txBody>
      </p:sp>
      <p:sp>
        <p:nvSpPr>
          <p:cNvPr id="16" name="TextBox 16"/>
          <p:cNvSpPr txBox="1"/>
          <p:nvPr/>
        </p:nvSpPr>
        <p:spPr>
          <a:xfrm>
            <a:off x="846048" y="4118060"/>
            <a:ext cx="8232409" cy="1847850"/>
          </a:xfrm>
          <a:prstGeom prst="rect">
            <a:avLst/>
          </a:prstGeom>
        </p:spPr>
        <p:txBody>
          <a:bodyPr lIns="0" tIns="0" rIns="0" bIns="0" rtlCol="0" anchor="t">
            <a:spAutoFit/>
          </a:bodyPr>
          <a:lstStyle/>
          <a:p>
            <a:pPr algn="l">
              <a:lnSpc>
                <a:spcPts val="14400"/>
              </a:lnSpc>
            </a:pPr>
            <a:r>
              <a:rPr lang="en-US" sz="12000" b="1">
                <a:solidFill>
                  <a:srgbClr val="1B517B"/>
                </a:solidFill>
                <a:latin typeface="Barlow Bold"/>
                <a:ea typeface="Barlow Bold"/>
                <a:cs typeface="Barlow Bold"/>
                <a:sym typeface="Barlow Bold"/>
              </a:rPr>
              <a:t>MEDITRACK</a:t>
            </a:r>
          </a:p>
        </p:txBody>
      </p:sp>
      <p:sp>
        <p:nvSpPr>
          <p:cNvPr id="17" name="TextBox 17"/>
          <p:cNvSpPr txBox="1"/>
          <p:nvPr/>
        </p:nvSpPr>
        <p:spPr>
          <a:xfrm>
            <a:off x="1028700" y="6823863"/>
            <a:ext cx="6825103" cy="3620386"/>
          </a:xfrm>
          <a:prstGeom prst="rect">
            <a:avLst/>
          </a:prstGeom>
        </p:spPr>
        <p:txBody>
          <a:bodyPr lIns="0" tIns="0" rIns="0" bIns="0" rtlCol="0" anchor="t">
            <a:spAutoFit/>
          </a:bodyPr>
          <a:lstStyle/>
          <a:p>
            <a:pPr algn="l">
              <a:lnSpc>
                <a:spcPts val="4091"/>
              </a:lnSpc>
            </a:pPr>
            <a:r>
              <a:rPr lang="en-US" sz="2922">
                <a:solidFill>
                  <a:srgbClr val="000000"/>
                </a:solidFill>
                <a:latin typeface="Poppins"/>
                <a:ea typeface="Poppins"/>
                <a:cs typeface="Poppins"/>
                <a:sym typeface="Poppins"/>
              </a:rPr>
              <a:t>Carrera: Ingeniería en informática</a:t>
            </a:r>
          </a:p>
          <a:p>
            <a:pPr algn="l">
              <a:lnSpc>
                <a:spcPts val="4091"/>
              </a:lnSpc>
            </a:pPr>
            <a:r>
              <a:rPr lang="en-US" sz="2922">
                <a:solidFill>
                  <a:srgbClr val="000000"/>
                </a:solidFill>
                <a:latin typeface="Poppins"/>
                <a:ea typeface="Poppins"/>
                <a:cs typeface="Poppins"/>
                <a:sym typeface="Poppins"/>
              </a:rPr>
              <a:t>Docente: Aldo Martinez Órdenes</a:t>
            </a:r>
          </a:p>
          <a:p>
            <a:pPr algn="l">
              <a:lnSpc>
                <a:spcPts val="4091"/>
              </a:lnSpc>
            </a:pPr>
            <a:r>
              <a:rPr lang="en-US" sz="2922">
                <a:solidFill>
                  <a:srgbClr val="000000"/>
                </a:solidFill>
                <a:latin typeface="Poppins"/>
                <a:ea typeface="Poppins"/>
                <a:cs typeface="Poppins"/>
                <a:sym typeface="Poppins"/>
              </a:rPr>
              <a:t>Sección: 003D</a:t>
            </a:r>
          </a:p>
          <a:p>
            <a:pPr algn="l">
              <a:lnSpc>
                <a:spcPts val="4091"/>
              </a:lnSpc>
            </a:pPr>
            <a:r>
              <a:rPr lang="en-US" sz="2922">
                <a:solidFill>
                  <a:srgbClr val="000000"/>
                </a:solidFill>
                <a:latin typeface="Poppins"/>
                <a:ea typeface="Poppins"/>
                <a:cs typeface="Poppins"/>
                <a:sym typeface="Poppins"/>
              </a:rPr>
              <a:t>Integrantes: Alejandro Valdivia</a:t>
            </a:r>
          </a:p>
          <a:p>
            <a:pPr algn="l">
              <a:lnSpc>
                <a:spcPts val="4091"/>
              </a:lnSpc>
            </a:pPr>
            <a:r>
              <a:rPr lang="en-US" sz="2922">
                <a:solidFill>
                  <a:srgbClr val="000000"/>
                </a:solidFill>
                <a:latin typeface="Poppins"/>
                <a:ea typeface="Poppins"/>
                <a:cs typeface="Poppins"/>
                <a:sym typeface="Poppins"/>
              </a:rPr>
              <a:t>Gabriela Campomanes</a:t>
            </a:r>
          </a:p>
          <a:p>
            <a:pPr algn="l">
              <a:lnSpc>
                <a:spcPts val="4091"/>
              </a:lnSpc>
            </a:pPr>
            <a:endParaRPr lang="en-US" sz="2922">
              <a:solidFill>
                <a:srgbClr val="000000"/>
              </a:solidFill>
              <a:latin typeface="Poppins"/>
              <a:ea typeface="Poppins"/>
              <a:cs typeface="Poppins"/>
              <a:sym typeface="Poppins"/>
            </a:endParaRPr>
          </a:p>
          <a:p>
            <a:pPr algn="l">
              <a:lnSpc>
                <a:spcPts val="4091"/>
              </a:lnSpc>
            </a:pPr>
            <a:endParaRPr lang="en-US" sz="2922">
              <a:solidFill>
                <a:srgbClr val="000000"/>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808904">
            <a:off x="15759241" y="-7988482"/>
            <a:ext cx="1971074" cy="17171291"/>
            <a:chOff x="0" y="0"/>
            <a:chExt cx="519131" cy="4522480"/>
          </a:xfrm>
        </p:grpSpPr>
        <p:sp>
          <p:nvSpPr>
            <p:cNvPr id="3" name="Freeform 3"/>
            <p:cNvSpPr/>
            <p:nvPr/>
          </p:nvSpPr>
          <p:spPr>
            <a:xfrm>
              <a:off x="0" y="0"/>
              <a:ext cx="519131" cy="4522480"/>
            </a:xfrm>
            <a:custGeom>
              <a:avLst/>
              <a:gdLst/>
              <a:ahLst/>
              <a:cxnLst/>
              <a:rect l="l" t="t" r="r" b="b"/>
              <a:pathLst>
                <a:path w="519131" h="4522480">
                  <a:moveTo>
                    <a:pt x="0" y="0"/>
                  </a:moveTo>
                  <a:lnTo>
                    <a:pt x="519131" y="0"/>
                  </a:lnTo>
                  <a:lnTo>
                    <a:pt x="519131" y="4522480"/>
                  </a:lnTo>
                  <a:lnTo>
                    <a:pt x="0" y="4522480"/>
                  </a:lnTo>
                  <a:close/>
                </a:path>
              </a:pathLst>
            </a:custGeom>
            <a:solidFill>
              <a:srgbClr val="F1B04E"/>
            </a:solidFill>
          </p:spPr>
        </p:sp>
        <p:sp>
          <p:nvSpPr>
            <p:cNvPr id="4" name="TextBox 4"/>
            <p:cNvSpPr txBox="1"/>
            <p:nvPr/>
          </p:nvSpPr>
          <p:spPr>
            <a:xfrm>
              <a:off x="0" y="-57150"/>
              <a:ext cx="519131" cy="457963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1521197">
            <a:off x="16612798" y="-2424361"/>
            <a:ext cx="2571887" cy="17171291"/>
            <a:chOff x="0" y="0"/>
            <a:chExt cx="677369" cy="4522480"/>
          </a:xfrm>
        </p:grpSpPr>
        <p:sp>
          <p:nvSpPr>
            <p:cNvPr id="6" name="Freeform 6"/>
            <p:cNvSpPr/>
            <p:nvPr/>
          </p:nvSpPr>
          <p:spPr>
            <a:xfrm>
              <a:off x="0" y="0"/>
              <a:ext cx="677369" cy="4522480"/>
            </a:xfrm>
            <a:custGeom>
              <a:avLst/>
              <a:gdLst/>
              <a:ahLst/>
              <a:cxnLst/>
              <a:rect l="l" t="t" r="r" b="b"/>
              <a:pathLst>
                <a:path w="677369" h="4522480">
                  <a:moveTo>
                    <a:pt x="0" y="0"/>
                  </a:moveTo>
                  <a:lnTo>
                    <a:pt x="677369" y="0"/>
                  </a:lnTo>
                  <a:lnTo>
                    <a:pt x="677369" y="4522480"/>
                  </a:lnTo>
                  <a:lnTo>
                    <a:pt x="0" y="4522480"/>
                  </a:lnTo>
                  <a:close/>
                </a:path>
              </a:pathLst>
            </a:custGeom>
            <a:solidFill>
              <a:srgbClr val="487BA2"/>
            </a:solidFill>
          </p:spPr>
        </p:sp>
        <p:sp>
          <p:nvSpPr>
            <p:cNvPr id="7" name="TextBox 7"/>
            <p:cNvSpPr txBox="1"/>
            <p:nvPr/>
          </p:nvSpPr>
          <p:spPr>
            <a:xfrm>
              <a:off x="0" y="-57150"/>
              <a:ext cx="677369" cy="4579630"/>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4100908" y="1292097"/>
            <a:ext cx="8342945" cy="933450"/>
          </a:xfrm>
          <a:prstGeom prst="rect">
            <a:avLst/>
          </a:prstGeom>
        </p:spPr>
        <p:txBody>
          <a:bodyPr lIns="0" tIns="0" rIns="0" bIns="0" rtlCol="0" anchor="t">
            <a:spAutoFit/>
          </a:bodyPr>
          <a:lstStyle/>
          <a:p>
            <a:pPr algn="ctr">
              <a:lnSpc>
                <a:spcPts val="7200"/>
              </a:lnSpc>
            </a:pPr>
            <a:r>
              <a:rPr lang="en-US" sz="6000" b="1">
                <a:solidFill>
                  <a:srgbClr val="1B517B"/>
                </a:solidFill>
                <a:latin typeface="Barlow Ultra-Bold"/>
                <a:ea typeface="Barlow Ultra-Bold"/>
                <a:cs typeface="Barlow Ultra-Bold"/>
                <a:sym typeface="Barlow Ultra-Bold"/>
              </a:rPr>
              <a:t>INTRODUCCIÓN</a:t>
            </a:r>
          </a:p>
        </p:txBody>
      </p:sp>
      <p:sp>
        <p:nvSpPr>
          <p:cNvPr id="9" name="TextBox 9"/>
          <p:cNvSpPr txBox="1"/>
          <p:nvPr/>
        </p:nvSpPr>
        <p:spPr>
          <a:xfrm>
            <a:off x="2380161" y="3045490"/>
            <a:ext cx="12215542" cy="4476750"/>
          </a:xfrm>
          <a:prstGeom prst="rect">
            <a:avLst/>
          </a:prstGeom>
        </p:spPr>
        <p:txBody>
          <a:bodyPr lIns="0" tIns="0" rIns="0" bIns="0" rtlCol="0" anchor="t">
            <a:spAutoFit/>
          </a:bodyPr>
          <a:lstStyle/>
          <a:p>
            <a:pPr algn="just">
              <a:lnSpc>
                <a:spcPts val="2999"/>
              </a:lnSpc>
            </a:pPr>
            <a:r>
              <a:rPr lang="en-US" sz="2499">
                <a:solidFill>
                  <a:srgbClr val="000000"/>
                </a:solidFill>
                <a:latin typeface="Poppins"/>
                <a:ea typeface="Poppins"/>
                <a:cs typeface="Poppins"/>
                <a:sym typeface="Poppins"/>
              </a:rPr>
              <a:t>MediTrack es un software desarrollado para optimizar la gestión de inventarios médicos en el Hospital Clínico Félix Bulnes.</a:t>
            </a:r>
          </a:p>
          <a:p>
            <a:pPr algn="just">
              <a:lnSpc>
                <a:spcPts val="2999"/>
              </a:lnSpc>
            </a:pPr>
            <a:endParaRPr lang="en-US" sz="2499">
              <a:solidFill>
                <a:srgbClr val="000000"/>
              </a:solidFill>
              <a:latin typeface="Poppins"/>
              <a:ea typeface="Poppins"/>
              <a:cs typeface="Poppins"/>
              <a:sym typeface="Poppins"/>
            </a:endParaRPr>
          </a:p>
          <a:p>
            <a:pPr algn="just">
              <a:lnSpc>
                <a:spcPts val="2999"/>
              </a:lnSpc>
            </a:pPr>
            <a:r>
              <a:rPr lang="en-US" sz="2499">
                <a:solidFill>
                  <a:srgbClr val="000000"/>
                </a:solidFill>
                <a:latin typeface="Poppins"/>
                <a:ea typeface="Poppins"/>
                <a:cs typeface="Poppins"/>
                <a:sym typeface="Poppins"/>
              </a:rPr>
              <a:t>Este proyecto busca digitalizar procesos manuales y mejorar el control de insumos médicos.</a:t>
            </a:r>
          </a:p>
          <a:p>
            <a:pPr algn="just">
              <a:lnSpc>
                <a:spcPts val="2999"/>
              </a:lnSpc>
            </a:pPr>
            <a:endParaRPr lang="en-US" sz="2499">
              <a:solidFill>
                <a:srgbClr val="000000"/>
              </a:solidFill>
              <a:latin typeface="Poppins"/>
              <a:ea typeface="Poppins"/>
              <a:cs typeface="Poppins"/>
              <a:sym typeface="Poppins"/>
            </a:endParaRPr>
          </a:p>
          <a:p>
            <a:pPr algn="just">
              <a:lnSpc>
                <a:spcPts val="2999"/>
              </a:lnSpc>
            </a:pPr>
            <a:r>
              <a:rPr lang="en-US" sz="2499">
                <a:solidFill>
                  <a:srgbClr val="000000"/>
                </a:solidFill>
                <a:latin typeface="Poppins"/>
                <a:ea typeface="Poppins"/>
                <a:cs typeface="Poppins"/>
                <a:sym typeface="Poppins"/>
              </a:rPr>
              <a:t>El objetivo principal es reemplazar los sistemas tradicionales en papel por una plataforma web que permita un mejor control de stock, mayor trazabilidad y, como resultado, una atención más eficiente para los pacientes.</a:t>
            </a:r>
          </a:p>
          <a:p>
            <a:pPr algn="just">
              <a:lnSpc>
                <a:spcPts val="2999"/>
              </a:lnSpc>
            </a:pPr>
            <a:endParaRPr lang="en-US" sz="2499">
              <a:solidFill>
                <a:srgbClr val="000000"/>
              </a:solidFill>
              <a:latin typeface="Poppins"/>
              <a:ea typeface="Poppins"/>
              <a:cs typeface="Poppins"/>
              <a:sym typeface="Poppins"/>
            </a:endParaRPr>
          </a:p>
          <a:p>
            <a:pPr algn="just">
              <a:lnSpc>
                <a:spcPts val="2999"/>
              </a:lnSpc>
            </a:pPr>
            <a:endParaRPr lang="en-US" sz="2499">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165655">
            <a:off x="16688269" y="-1574676"/>
            <a:ext cx="3949924" cy="17171291"/>
            <a:chOff x="0" y="0"/>
            <a:chExt cx="1040309" cy="4522480"/>
          </a:xfrm>
        </p:grpSpPr>
        <p:sp>
          <p:nvSpPr>
            <p:cNvPr id="3" name="Freeform 3"/>
            <p:cNvSpPr/>
            <p:nvPr/>
          </p:nvSpPr>
          <p:spPr>
            <a:xfrm>
              <a:off x="0" y="0"/>
              <a:ext cx="1040309" cy="4522480"/>
            </a:xfrm>
            <a:custGeom>
              <a:avLst/>
              <a:gdLst/>
              <a:ahLst/>
              <a:cxnLst/>
              <a:rect l="l" t="t" r="r" b="b"/>
              <a:pathLst>
                <a:path w="1040309" h="4522480">
                  <a:moveTo>
                    <a:pt x="0" y="0"/>
                  </a:moveTo>
                  <a:lnTo>
                    <a:pt x="1040309" y="0"/>
                  </a:lnTo>
                  <a:lnTo>
                    <a:pt x="1040309" y="4522480"/>
                  </a:lnTo>
                  <a:lnTo>
                    <a:pt x="0" y="4522480"/>
                  </a:lnTo>
                  <a:close/>
                </a:path>
              </a:pathLst>
            </a:custGeom>
            <a:solidFill>
              <a:srgbClr val="DF8D11"/>
            </a:solidFill>
          </p:spPr>
        </p:sp>
        <p:sp>
          <p:nvSpPr>
            <p:cNvPr id="4" name="TextBox 4"/>
            <p:cNvSpPr txBox="1"/>
            <p:nvPr/>
          </p:nvSpPr>
          <p:spPr>
            <a:xfrm>
              <a:off x="0" y="-57150"/>
              <a:ext cx="1040309" cy="457963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1867607">
            <a:off x="13851963" y="-9481934"/>
            <a:ext cx="3949924" cy="17171291"/>
            <a:chOff x="0" y="0"/>
            <a:chExt cx="1040309" cy="4522480"/>
          </a:xfrm>
        </p:grpSpPr>
        <p:sp>
          <p:nvSpPr>
            <p:cNvPr id="6" name="Freeform 6"/>
            <p:cNvSpPr/>
            <p:nvPr/>
          </p:nvSpPr>
          <p:spPr>
            <a:xfrm>
              <a:off x="0" y="0"/>
              <a:ext cx="1040309" cy="4522480"/>
            </a:xfrm>
            <a:custGeom>
              <a:avLst/>
              <a:gdLst/>
              <a:ahLst/>
              <a:cxnLst/>
              <a:rect l="l" t="t" r="r" b="b"/>
              <a:pathLst>
                <a:path w="1040309" h="4522480">
                  <a:moveTo>
                    <a:pt x="0" y="0"/>
                  </a:moveTo>
                  <a:lnTo>
                    <a:pt x="1040309" y="0"/>
                  </a:lnTo>
                  <a:lnTo>
                    <a:pt x="1040309" y="4522480"/>
                  </a:lnTo>
                  <a:lnTo>
                    <a:pt x="0" y="4522480"/>
                  </a:lnTo>
                  <a:close/>
                </a:path>
              </a:pathLst>
            </a:custGeom>
            <a:solidFill>
              <a:srgbClr val="F1B04E"/>
            </a:solidFill>
          </p:spPr>
        </p:sp>
        <p:sp>
          <p:nvSpPr>
            <p:cNvPr id="7" name="TextBox 7"/>
            <p:cNvSpPr txBox="1"/>
            <p:nvPr/>
          </p:nvSpPr>
          <p:spPr>
            <a:xfrm>
              <a:off x="0" y="-57150"/>
              <a:ext cx="1040309" cy="4579630"/>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rot="1774930">
            <a:off x="16640644" y="-1289701"/>
            <a:ext cx="3949924" cy="17171291"/>
            <a:chOff x="0" y="0"/>
            <a:chExt cx="1040309" cy="4522480"/>
          </a:xfrm>
        </p:grpSpPr>
        <p:sp>
          <p:nvSpPr>
            <p:cNvPr id="9" name="Freeform 9"/>
            <p:cNvSpPr/>
            <p:nvPr/>
          </p:nvSpPr>
          <p:spPr>
            <a:xfrm>
              <a:off x="0" y="0"/>
              <a:ext cx="1040309" cy="4522480"/>
            </a:xfrm>
            <a:custGeom>
              <a:avLst/>
              <a:gdLst/>
              <a:ahLst/>
              <a:cxnLst/>
              <a:rect l="l" t="t" r="r" b="b"/>
              <a:pathLst>
                <a:path w="1040309" h="4522480">
                  <a:moveTo>
                    <a:pt x="0" y="0"/>
                  </a:moveTo>
                  <a:lnTo>
                    <a:pt x="1040309" y="0"/>
                  </a:lnTo>
                  <a:lnTo>
                    <a:pt x="1040309" y="4522480"/>
                  </a:lnTo>
                  <a:lnTo>
                    <a:pt x="0" y="4522480"/>
                  </a:lnTo>
                  <a:close/>
                </a:path>
              </a:pathLst>
            </a:custGeom>
            <a:solidFill>
              <a:srgbClr val="1B517B"/>
            </a:solidFill>
          </p:spPr>
        </p:sp>
        <p:sp>
          <p:nvSpPr>
            <p:cNvPr id="10" name="TextBox 10"/>
            <p:cNvSpPr txBox="1"/>
            <p:nvPr/>
          </p:nvSpPr>
          <p:spPr>
            <a:xfrm>
              <a:off x="0" y="-57150"/>
              <a:ext cx="1040309" cy="457963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rot="1774930">
            <a:off x="17190238" y="94462"/>
            <a:ext cx="3949924" cy="17171291"/>
            <a:chOff x="0" y="0"/>
            <a:chExt cx="1040309" cy="4522480"/>
          </a:xfrm>
        </p:grpSpPr>
        <p:sp>
          <p:nvSpPr>
            <p:cNvPr id="12" name="Freeform 12"/>
            <p:cNvSpPr/>
            <p:nvPr/>
          </p:nvSpPr>
          <p:spPr>
            <a:xfrm>
              <a:off x="0" y="0"/>
              <a:ext cx="1040309" cy="4522480"/>
            </a:xfrm>
            <a:custGeom>
              <a:avLst/>
              <a:gdLst/>
              <a:ahLst/>
              <a:cxnLst/>
              <a:rect l="l" t="t" r="r" b="b"/>
              <a:pathLst>
                <a:path w="1040309" h="4522480">
                  <a:moveTo>
                    <a:pt x="0" y="0"/>
                  </a:moveTo>
                  <a:lnTo>
                    <a:pt x="1040309" y="0"/>
                  </a:lnTo>
                  <a:lnTo>
                    <a:pt x="1040309" y="4522480"/>
                  </a:lnTo>
                  <a:lnTo>
                    <a:pt x="0" y="4522480"/>
                  </a:lnTo>
                  <a:close/>
                </a:path>
              </a:pathLst>
            </a:custGeom>
            <a:solidFill>
              <a:srgbClr val="487BA2"/>
            </a:solidFill>
          </p:spPr>
        </p:sp>
        <p:sp>
          <p:nvSpPr>
            <p:cNvPr id="13" name="TextBox 13"/>
            <p:cNvSpPr txBox="1"/>
            <p:nvPr/>
          </p:nvSpPr>
          <p:spPr>
            <a:xfrm>
              <a:off x="0" y="-57150"/>
              <a:ext cx="1040309" cy="4579630"/>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1667923" y="3069593"/>
            <a:ext cx="312837" cy="312837"/>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B507A"/>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667923" y="7009958"/>
            <a:ext cx="316197" cy="316197"/>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B507A"/>
            </a:solidFill>
          </p:spPr>
        </p:sp>
        <p:sp>
          <p:nvSpPr>
            <p:cNvPr id="19" name="TextBox 19"/>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sp>
        <p:nvSpPr>
          <p:cNvPr id="20" name="TextBox 20"/>
          <p:cNvSpPr txBox="1"/>
          <p:nvPr/>
        </p:nvSpPr>
        <p:spPr>
          <a:xfrm>
            <a:off x="1943100" y="1398182"/>
            <a:ext cx="8149058" cy="895350"/>
          </a:xfrm>
          <a:prstGeom prst="rect">
            <a:avLst/>
          </a:prstGeom>
        </p:spPr>
        <p:txBody>
          <a:bodyPr lIns="0" tIns="0" rIns="0" bIns="0" rtlCol="0" anchor="t">
            <a:spAutoFit/>
          </a:bodyPr>
          <a:lstStyle/>
          <a:p>
            <a:pPr algn="l">
              <a:lnSpc>
                <a:spcPts val="7080"/>
              </a:lnSpc>
            </a:pPr>
            <a:r>
              <a:rPr lang="en-US" sz="5900" b="1">
                <a:solidFill>
                  <a:srgbClr val="1B517B"/>
                </a:solidFill>
                <a:latin typeface="Barlow Ultra-Bold"/>
                <a:ea typeface="Barlow Ultra-Bold"/>
                <a:cs typeface="Barlow Ultra-Bold"/>
                <a:sym typeface="Barlow Ultra-Bold"/>
              </a:rPr>
              <a:t>PROBLEMÁTICA</a:t>
            </a:r>
          </a:p>
        </p:txBody>
      </p:sp>
      <p:sp>
        <p:nvSpPr>
          <p:cNvPr id="21" name="TextBox 21"/>
          <p:cNvSpPr txBox="1"/>
          <p:nvPr/>
        </p:nvSpPr>
        <p:spPr>
          <a:xfrm>
            <a:off x="2282638" y="3001928"/>
            <a:ext cx="9254705" cy="409575"/>
          </a:xfrm>
          <a:prstGeom prst="rect">
            <a:avLst/>
          </a:prstGeom>
        </p:spPr>
        <p:txBody>
          <a:bodyPr lIns="0" tIns="0" rIns="0" bIns="0" rtlCol="0" anchor="t">
            <a:spAutoFit/>
          </a:bodyPr>
          <a:lstStyle/>
          <a:p>
            <a:pPr algn="just">
              <a:lnSpc>
                <a:spcPts val="3119"/>
              </a:lnSpc>
            </a:pPr>
            <a:r>
              <a:rPr lang="en-US" sz="2599">
                <a:solidFill>
                  <a:srgbClr val="000000"/>
                </a:solidFill>
                <a:latin typeface="Poppins"/>
                <a:ea typeface="Poppins"/>
                <a:cs typeface="Poppins"/>
                <a:sym typeface="Poppins"/>
              </a:rPr>
              <a:t>Mucho papel.</a:t>
            </a:r>
          </a:p>
        </p:txBody>
      </p:sp>
      <p:sp>
        <p:nvSpPr>
          <p:cNvPr id="22" name="TextBox 22"/>
          <p:cNvSpPr txBox="1"/>
          <p:nvPr/>
        </p:nvSpPr>
        <p:spPr>
          <a:xfrm>
            <a:off x="2256925" y="6990908"/>
            <a:ext cx="9161046" cy="409575"/>
          </a:xfrm>
          <a:prstGeom prst="rect">
            <a:avLst/>
          </a:prstGeom>
        </p:spPr>
        <p:txBody>
          <a:bodyPr lIns="0" tIns="0" rIns="0" bIns="0" rtlCol="0" anchor="t">
            <a:spAutoFit/>
          </a:bodyPr>
          <a:lstStyle/>
          <a:p>
            <a:pPr algn="just">
              <a:lnSpc>
                <a:spcPts val="3119"/>
              </a:lnSpc>
            </a:pPr>
            <a:r>
              <a:rPr lang="en-US" sz="2599">
                <a:solidFill>
                  <a:srgbClr val="000000"/>
                </a:solidFill>
                <a:latin typeface="Poppins"/>
                <a:ea typeface="Poppins"/>
                <a:cs typeface="Poppins"/>
                <a:sym typeface="Poppins"/>
              </a:rPr>
              <a:t>Mucha posibilidad de mejora</a:t>
            </a:r>
          </a:p>
        </p:txBody>
      </p:sp>
      <p:grpSp>
        <p:nvGrpSpPr>
          <p:cNvPr id="23" name="Group 23"/>
          <p:cNvGrpSpPr/>
          <p:nvPr/>
        </p:nvGrpSpPr>
        <p:grpSpPr>
          <a:xfrm>
            <a:off x="1667923" y="6061977"/>
            <a:ext cx="312837" cy="312837"/>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B507A"/>
            </a:solidFill>
          </p:spPr>
        </p:sp>
        <p:sp>
          <p:nvSpPr>
            <p:cNvPr id="25" name="TextBox 25"/>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sp>
        <p:nvSpPr>
          <p:cNvPr id="26" name="TextBox 26"/>
          <p:cNvSpPr txBox="1"/>
          <p:nvPr/>
        </p:nvSpPr>
        <p:spPr>
          <a:xfrm>
            <a:off x="2282638" y="5994311"/>
            <a:ext cx="9254705" cy="409575"/>
          </a:xfrm>
          <a:prstGeom prst="rect">
            <a:avLst/>
          </a:prstGeom>
        </p:spPr>
        <p:txBody>
          <a:bodyPr lIns="0" tIns="0" rIns="0" bIns="0" rtlCol="0" anchor="t">
            <a:spAutoFit/>
          </a:bodyPr>
          <a:lstStyle/>
          <a:p>
            <a:pPr algn="just">
              <a:lnSpc>
                <a:spcPts val="3119"/>
              </a:lnSpc>
            </a:pPr>
            <a:r>
              <a:rPr lang="en-US" sz="2599">
                <a:solidFill>
                  <a:srgbClr val="000000"/>
                </a:solidFill>
                <a:latin typeface="Poppins"/>
                <a:ea typeface="Poppins"/>
                <a:cs typeface="Poppins"/>
                <a:sym typeface="Poppins"/>
              </a:rPr>
              <a:t>Mayor tiempo de espera</a:t>
            </a:r>
          </a:p>
        </p:txBody>
      </p:sp>
      <p:grpSp>
        <p:nvGrpSpPr>
          <p:cNvPr id="27" name="Group 27"/>
          <p:cNvGrpSpPr/>
          <p:nvPr/>
        </p:nvGrpSpPr>
        <p:grpSpPr>
          <a:xfrm>
            <a:off x="1667923" y="5064368"/>
            <a:ext cx="312837" cy="312837"/>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B507A"/>
            </a:solidFill>
          </p:spPr>
        </p:sp>
        <p:sp>
          <p:nvSpPr>
            <p:cNvPr id="29" name="TextBox 29"/>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sp>
        <p:nvSpPr>
          <p:cNvPr id="30" name="TextBox 30"/>
          <p:cNvSpPr txBox="1"/>
          <p:nvPr/>
        </p:nvSpPr>
        <p:spPr>
          <a:xfrm>
            <a:off x="2282638" y="4996703"/>
            <a:ext cx="9254705" cy="409575"/>
          </a:xfrm>
          <a:prstGeom prst="rect">
            <a:avLst/>
          </a:prstGeom>
        </p:spPr>
        <p:txBody>
          <a:bodyPr lIns="0" tIns="0" rIns="0" bIns="0" rtlCol="0" anchor="t">
            <a:spAutoFit/>
          </a:bodyPr>
          <a:lstStyle/>
          <a:p>
            <a:pPr algn="just">
              <a:lnSpc>
                <a:spcPts val="3119"/>
              </a:lnSpc>
            </a:pPr>
            <a:r>
              <a:rPr lang="en-US" sz="2599">
                <a:solidFill>
                  <a:srgbClr val="000000"/>
                </a:solidFill>
                <a:latin typeface="Poppins"/>
                <a:ea typeface="Poppins"/>
                <a:cs typeface="Poppins"/>
                <a:sym typeface="Poppins"/>
              </a:rPr>
              <a:t>Mayor Gasto</a:t>
            </a:r>
          </a:p>
        </p:txBody>
      </p:sp>
      <p:grpSp>
        <p:nvGrpSpPr>
          <p:cNvPr id="31" name="Group 31"/>
          <p:cNvGrpSpPr/>
          <p:nvPr/>
        </p:nvGrpSpPr>
        <p:grpSpPr>
          <a:xfrm>
            <a:off x="1667923" y="4131417"/>
            <a:ext cx="312837" cy="312837"/>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B507A"/>
            </a:solidFill>
          </p:spPr>
        </p:sp>
        <p:sp>
          <p:nvSpPr>
            <p:cNvPr id="33" name="TextBox 33"/>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sp>
        <p:nvSpPr>
          <p:cNvPr id="34" name="TextBox 34"/>
          <p:cNvSpPr txBox="1"/>
          <p:nvPr/>
        </p:nvSpPr>
        <p:spPr>
          <a:xfrm>
            <a:off x="2282638" y="4073522"/>
            <a:ext cx="9254705" cy="409575"/>
          </a:xfrm>
          <a:prstGeom prst="rect">
            <a:avLst/>
          </a:prstGeom>
        </p:spPr>
        <p:txBody>
          <a:bodyPr lIns="0" tIns="0" rIns="0" bIns="0" rtlCol="0" anchor="t">
            <a:spAutoFit/>
          </a:bodyPr>
          <a:lstStyle/>
          <a:p>
            <a:pPr algn="just">
              <a:lnSpc>
                <a:spcPts val="3119"/>
              </a:lnSpc>
            </a:pPr>
            <a:r>
              <a:rPr lang="en-US" sz="2599">
                <a:solidFill>
                  <a:srgbClr val="000000"/>
                </a:solidFill>
                <a:latin typeface="Poppins"/>
                <a:ea typeface="Poppins"/>
                <a:cs typeface="Poppins"/>
                <a:sym typeface="Poppins"/>
              </a:rPr>
              <a:t>Poco control de stock</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165655">
            <a:off x="17094017" y="-1571288"/>
            <a:ext cx="3949924" cy="17171291"/>
            <a:chOff x="0" y="0"/>
            <a:chExt cx="1040309" cy="4522480"/>
          </a:xfrm>
        </p:grpSpPr>
        <p:sp>
          <p:nvSpPr>
            <p:cNvPr id="3" name="Freeform 3"/>
            <p:cNvSpPr/>
            <p:nvPr/>
          </p:nvSpPr>
          <p:spPr>
            <a:xfrm>
              <a:off x="0" y="0"/>
              <a:ext cx="1040309" cy="4522480"/>
            </a:xfrm>
            <a:custGeom>
              <a:avLst/>
              <a:gdLst/>
              <a:ahLst/>
              <a:cxnLst/>
              <a:rect l="l" t="t" r="r" b="b"/>
              <a:pathLst>
                <a:path w="1040309" h="4522480">
                  <a:moveTo>
                    <a:pt x="0" y="0"/>
                  </a:moveTo>
                  <a:lnTo>
                    <a:pt x="1040309" y="0"/>
                  </a:lnTo>
                  <a:lnTo>
                    <a:pt x="1040309" y="4522480"/>
                  </a:lnTo>
                  <a:lnTo>
                    <a:pt x="0" y="4522480"/>
                  </a:lnTo>
                  <a:close/>
                </a:path>
              </a:pathLst>
            </a:custGeom>
            <a:solidFill>
              <a:srgbClr val="DF8D11"/>
            </a:solidFill>
          </p:spPr>
        </p:sp>
        <p:sp>
          <p:nvSpPr>
            <p:cNvPr id="4" name="TextBox 4"/>
            <p:cNvSpPr txBox="1"/>
            <p:nvPr/>
          </p:nvSpPr>
          <p:spPr>
            <a:xfrm>
              <a:off x="0" y="-57150"/>
              <a:ext cx="1040309" cy="457963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1867607">
            <a:off x="14257711" y="-9478546"/>
            <a:ext cx="3949924" cy="17171291"/>
            <a:chOff x="0" y="0"/>
            <a:chExt cx="1040309" cy="4522480"/>
          </a:xfrm>
        </p:grpSpPr>
        <p:sp>
          <p:nvSpPr>
            <p:cNvPr id="6" name="Freeform 6"/>
            <p:cNvSpPr/>
            <p:nvPr/>
          </p:nvSpPr>
          <p:spPr>
            <a:xfrm>
              <a:off x="0" y="0"/>
              <a:ext cx="1040309" cy="4522480"/>
            </a:xfrm>
            <a:custGeom>
              <a:avLst/>
              <a:gdLst/>
              <a:ahLst/>
              <a:cxnLst/>
              <a:rect l="l" t="t" r="r" b="b"/>
              <a:pathLst>
                <a:path w="1040309" h="4522480">
                  <a:moveTo>
                    <a:pt x="0" y="0"/>
                  </a:moveTo>
                  <a:lnTo>
                    <a:pt x="1040309" y="0"/>
                  </a:lnTo>
                  <a:lnTo>
                    <a:pt x="1040309" y="4522480"/>
                  </a:lnTo>
                  <a:lnTo>
                    <a:pt x="0" y="4522480"/>
                  </a:lnTo>
                  <a:close/>
                </a:path>
              </a:pathLst>
            </a:custGeom>
            <a:solidFill>
              <a:srgbClr val="F1B04E"/>
            </a:solidFill>
          </p:spPr>
        </p:sp>
        <p:sp>
          <p:nvSpPr>
            <p:cNvPr id="7" name="TextBox 7"/>
            <p:cNvSpPr txBox="1"/>
            <p:nvPr/>
          </p:nvSpPr>
          <p:spPr>
            <a:xfrm>
              <a:off x="0" y="-57150"/>
              <a:ext cx="1040309" cy="4579630"/>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rot="1774930">
            <a:off x="17046392" y="-1286313"/>
            <a:ext cx="3949924" cy="17171291"/>
            <a:chOff x="0" y="0"/>
            <a:chExt cx="1040309" cy="4522480"/>
          </a:xfrm>
        </p:grpSpPr>
        <p:sp>
          <p:nvSpPr>
            <p:cNvPr id="9" name="Freeform 9"/>
            <p:cNvSpPr/>
            <p:nvPr/>
          </p:nvSpPr>
          <p:spPr>
            <a:xfrm>
              <a:off x="0" y="0"/>
              <a:ext cx="1040309" cy="4522480"/>
            </a:xfrm>
            <a:custGeom>
              <a:avLst/>
              <a:gdLst/>
              <a:ahLst/>
              <a:cxnLst/>
              <a:rect l="l" t="t" r="r" b="b"/>
              <a:pathLst>
                <a:path w="1040309" h="4522480">
                  <a:moveTo>
                    <a:pt x="0" y="0"/>
                  </a:moveTo>
                  <a:lnTo>
                    <a:pt x="1040309" y="0"/>
                  </a:lnTo>
                  <a:lnTo>
                    <a:pt x="1040309" y="4522480"/>
                  </a:lnTo>
                  <a:lnTo>
                    <a:pt x="0" y="4522480"/>
                  </a:lnTo>
                  <a:close/>
                </a:path>
              </a:pathLst>
            </a:custGeom>
            <a:solidFill>
              <a:srgbClr val="1B517B"/>
            </a:solidFill>
          </p:spPr>
        </p:sp>
        <p:sp>
          <p:nvSpPr>
            <p:cNvPr id="10" name="TextBox 10"/>
            <p:cNvSpPr txBox="1"/>
            <p:nvPr/>
          </p:nvSpPr>
          <p:spPr>
            <a:xfrm>
              <a:off x="0" y="-57150"/>
              <a:ext cx="1040309" cy="457963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rot="1774930">
            <a:off x="17595987" y="97850"/>
            <a:ext cx="3949924" cy="17171291"/>
            <a:chOff x="0" y="0"/>
            <a:chExt cx="1040309" cy="4522480"/>
          </a:xfrm>
        </p:grpSpPr>
        <p:sp>
          <p:nvSpPr>
            <p:cNvPr id="12" name="Freeform 12"/>
            <p:cNvSpPr/>
            <p:nvPr/>
          </p:nvSpPr>
          <p:spPr>
            <a:xfrm>
              <a:off x="0" y="0"/>
              <a:ext cx="1040309" cy="4522480"/>
            </a:xfrm>
            <a:custGeom>
              <a:avLst/>
              <a:gdLst/>
              <a:ahLst/>
              <a:cxnLst/>
              <a:rect l="l" t="t" r="r" b="b"/>
              <a:pathLst>
                <a:path w="1040309" h="4522480">
                  <a:moveTo>
                    <a:pt x="0" y="0"/>
                  </a:moveTo>
                  <a:lnTo>
                    <a:pt x="1040309" y="0"/>
                  </a:lnTo>
                  <a:lnTo>
                    <a:pt x="1040309" y="4522480"/>
                  </a:lnTo>
                  <a:lnTo>
                    <a:pt x="0" y="4522480"/>
                  </a:lnTo>
                  <a:close/>
                </a:path>
              </a:pathLst>
            </a:custGeom>
            <a:solidFill>
              <a:srgbClr val="487BA2"/>
            </a:solidFill>
          </p:spPr>
        </p:sp>
        <p:sp>
          <p:nvSpPr>
            <p:cNvPr id="13" name="TextBox 13"/>
            <p:cNvSpPr txBox="1"/>
            <p:nvPr/>
          </p:nvSpPr>
          <p:spPr>
            <a:xfrm>
              <a:off x="0" y="-57150"/>
              <a:ext cx="1040309" cy="4579630"/>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789578" y="3617971"/>
            <a:ext cx="312837" cy="312837"/>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B507A"/>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8661654" y="3301774"/>
            <a:ext cx="316197" cy="316197"/>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B507A"/>
            </a:solidFill>
          </p:spPr>
        </p:sp>
        <p:sp>
          <p:nvSpPr>
            <p:cNvPr id="19" name="TextBox 19"/>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sp>
        <p:nvSpPr>
          <p:cNvPr id="20" name="Freeform 20"/>
          <p:cNvSpPr/>
          <p:nvPr/>
        </p:nvSpPr>
        <p:spPr>
          <a:xfrm>
            <a:off x="1350781" y="2114885"/>
            <a:ext cx="5720383" cy="7627178"/>
          </a:xfrm>
          <a:custGeom>
            <a:avLst/>
            <a:gdLst/>
            <a:ahLst/>
            <a:cxnLst/>
            <a:rect l="l" t="t" r="r" b="b"/>
            <a:pathLst>
              <a:path w="5720383" h="7627178">
                <a:moveTo>
                  <a:pt x="0" y="0"/>
                </a:moveTo>
                <a:lnTo>
                  <a:pt x="5720383" y="0"/>
                </a:lnTo>
                <a:lnTo>
                  <a:pt x="5720383" y="7627178"/>
                </a:lnTo>
                <a:lnTo>
                  <a:pt x="0" y="7627178"/>
                </a:lnTo>
                <a:lnTo>
                  <a:pt x="0" y="0"/>
                </a:lnTo>
                <a:close/>
              </a:path>
            </a:pathLst>
          </a:custGeom>
          <a:blipFill>
            <a:blip r:embed="rId2"/>
            <a:stretch>
              <a:fillRect/>
            </a:stretch>
          </a:blipFill>
        </p:spPr>
      </p:sp>
      <p:sp>
        <p:nvSpPr>
          <p:cNvPr id="21" name="Freeform 21"/>
          <p:cNvSpPr/>
          <p:nvPr/>
        </p:nvSpPr>
        <p:spPr>
          <a:xfrm>
            <a:off x="9144000" y="2114885"/>
            <a:ext cx="5720383" cy="7627178"/>
          </a:xfrm>
          <a:custGeom>
            <a:avLst/>
            <a:gdLst/>
            <a:ahLst/>
            <a:cxnLst/>
            <a:rect l="l" t="t" r="r" b="b"/>
            <a:pathLst>
              <a:path w="5720383" h="7627178">
                <a:moveTo>
                  <a:pt x="0" y="0"/>
                </a:moveTo>
                <a:lnTo>
                  <a:pt x="5720383" y="0"/>
                </a:lnTo>
                <a:lnTo>
                  <a:pt x="5720383" y="7627178"/>
                </a:lnTo>
                <a:lnTo>
                  <a:pt x="0" y="7627178"/>
                </a:lnTo>
                <a:lnTo>
                  <a:pt x="0" y="0"/>
                </a:lnTo>
                <a:close/>
              </a:path>
            </a:pathLst>
          </a:custGeom>
          <a:blipFill>
            <a:blip r:embed="rId3"/>
            <a:stretch>
              <a:fillRect/>
            </a:stretch>
          </a:blipFill>
        </p:spPr>
      </p:sp>
      <p:sp>
        <p:nvSpPr>
          <p:cNvPr id="22" name="TextBox 22"/>
          <p:cNvSpPr txBox="1"/>
          <p:nvPr/>
        </p:nvSpPr>
        <p:spPr>
          <a:xfrm>
            <a:off x="1707138" y="581025"/>
            <a:ext cx="8149058" cy="895350"/>
          </a:xfrm>
          <a:prstGeom prst="rect">
            <a:avLst/>
          </a:prstGeom>
        </p:spPr>
        <p:txBody>
          <a:bodyPr lIns="0" tIns="0" rIns="0" bIns="0" rtlCol="0" anchor="t">
            <a:spAutoFit/>
          </a:bodyPr>
          <a:lstStyle/>
          <a:p>
            <a:pPr algn="l">
              <a:lnSpc>
                <a:spcPts val="7080"/>
              </a:lnSpc>
            </a:pPr>
            <a:r>
              <a:rPr lang="en-US" sz="5900" b="1">
                <a:solidFill>
                  <a:srgbClr val="1B517B"/>
                </a:solidFill>
                <a:latin typeface="Barlow Ultra-Bold"/>
                <a:ea typeface="Barlow Ultra-Bold"/>
                <a:cs typeface="Barlow Ultra-Bold"/>
                <a:sym typeface="Barlow Ultra-Bold"/>
              </a:rPr>
              <a:t>PROBLEMÁTICA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808904">
            <a:off x="16273763" y="-7454181"/>
            <a:ext cx="1971074" cy="17171291"/>
            <a:chOff x="0" y="0"/>
            <a:chExt cx="519131" cy="4522480"/>
          </a:xfrm>
        </p:grpSpPr>
        <p:sp>
          <p:nvSpPr>
            <p:cNvPr id="3" name="Freeform 3"/>
            <p:cNvSpPr/>
            <p:nvPr/>
          </p:nvSpPr>
          <p:spPr>
            <a:xfrm>
              <a:off x="0" y="0"/>
              <a:ext cx="519131" cy="4522480"/>
            </a:xfrm>
            <a:custGeom>
              <a:avLst/>
              <a:gdLst/>
              <a:ahLst/>
              <a:cxnLst/>
              <a:rect l="l" t="t" r="r" b="b"/>
              <a:pathLst>
                <a:path w="519131" h="4522480">
                  <a:moveTo>
                    <a:pt x="0" y="0"/>
                  </a:moveTo>
                  <a:lnTo>
                    <a:pt x="519131" y="0"/>
                  </a:lnTo>
                  <a:lnTo>
                    <a:pt x="519131" y="4522480"/>
                  </a:lnTo>
                  <a:lnTo>
                    <a:pt x="0" y="4522480"/>
                  </a:lnTo>
                  <a:close/>
                </a:path>
              </a:pathLst>
            </a:custGeom>
            <a:solidFill>
              <a:srgbClr val="F1B04E"/>
            </a:solidFill>
          </p:spPr>
        </p:sp>
        <p:sp>
          <p:nvSpPr>
            <p:cNvPr id="4" name="TextBox 4"/>
            <p:cNvSpPr txBox="1"/>
            <p:nvPr/>
          </p:nvSpPr>
          <p:spPr>
            <a:xfrm>
              <a:off x="0" y="-57150"/>
              <a:ext cx="519131" cy="457963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1521197">
            <a:off x="17343967" y="-938573"/>
            <a:ext cx="2571887" cy="17171291"/>
            <a:chOff x="0" y="0"/>
            <a:chExt cx="677369" cy="4522480"/>
          </a:xfrm>
        </p:grpSpPr>
        <p:sp>
          <p:nvSpPr>
            <p:cNvPr id="6" name="Freeform 6"/>
            <p:cNvSpPr/>
            <p:nvPr/>
          </p:nvSpPr>
          <p:spPr>
            <a:xfrm>
              <a:off x="0" y="0"/>
              <a:ext cx="677369" cy="4522480"/>
            </a:xfrm>
            <a:custGeom>
              <a:avLst/>
              <a:gdLst/>
              <a:ahLst/>
              <a:cxnLst/>
              <a:rect l="l" t="t" r="r" b="b"/>
              <a:pathLst>
                <a:path w="677369" h="4522480">
                  <a:moveTo>
                    <a:pt x="0" y="0"/>
                  </a:moveTo>
                  <a:lnTo>
                    <a:pt x="677369" y="0"/>
                  </a:lnTo>
                  <a:lnTo>
                    <a:pt x="677369" y="4522480"/>
                  </a:lnTo>
                  <a:lnTo>
                    <a:pt x="0" y="4522480"/>
                  </a:lnTo>
                  <a:close/>
                </a:path>
              </a:pathLst>
            </a:custGeom>
            <a:solidFill>
              <a:srgbClr val="487BA2"/>
            </a:solidFill>
          </p:spPr>
        </p:sp>
        <p:sp>
          <p:nvSpPr>
            <p:cNvPr id="7" name="TextBox 7"/>
            <p:cNvSpPr txBox="1"/>
            <p:nvPr/>
          </p:nvSpPr>
          <p:spPr>
            <a:xfrm>
              <a:off x="0" y="-57150"/>
              <a:ext cx="677369" cy="4579630"/>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a:off x="776840" y="2432493"/>
            <a:ext cx="489553" cy="438150"/>
          </a:xfrm>
          <a:custGeom>
            <a:avLst/>
            <a:gdLst/>
            <a:ahLst/>
            <a:cxnLst/>
            <a:rect l="l" t="t" r="r" b="b"/>
            <a:pathLst>
              <a:path w="489553" h="438150">
                <a:moveTo>
                  <a:pt x="0" y="0"/>
                </a:moveTo>
                <a:lnTo>
                  <a:pt x="489553" y="0"/>
                </a:lnTo>
                <a:lnTo>
                  <a:pt x="489553" y="438150"/>
                </a:lnTo>
                <a:lnTo>
                  <a:pt x="0" y="4381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776840" y="4223193"/>
            <a:ext cx="489553" cy="438150"/>
          </a:xfrm>
          <a:custGeom>
            <a:avLst/>
            <a:gdLst/>
            <a:ahLst/>
            <a:cxnLst/>
            <a:rect l="l" t="t" r="r" b="b"/>
            <a:pathLst>
              <a:path w="489553" h="438150">
                <a:moveTo>
                  <a:pt x="0" y="0"/>
                </a:moveTo>
                <a:lnTo>
                  <a:pt x="489553" y="0"/>
                </a:lnTo>
                <a:lnTo>
                  <a:pt x="489553" y="438150"/>
                </a:lnTo>
                <a:lnTo>
                  <a:pt x="0" y="4381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a:off x="776840" y="6015612"/>
            <a:ext cx="489553" cy="438150"/>
          </a:xfrm>
          <a:custGeom>
            <a:avLst/>
            <a:gdLst/>
            <a:ahLst/>
            <a:cxnLst/>
            <a:rect l="l" t="t" r="r" b="b"/>
            <a:pathLst>
              <a:path w="489553" h="438150">
                <a:moveTo>
                  <a:pt x="0" y="0"/>
                </a:moveTo>
                <a:lnTo>
                  <a:pt x="489553" y="0"/>
                </a:lnTo>
                <a:lnTo>
                  <a:pt x="489553" y="438150"/>
                </a:lnTo>
                <a:lnTo>
                  <a:pt x="0" y="4381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1" name="TextBox 11"/>
          <p:cNvSpPr txBox="1"/>
          <p:nvPr/>
        </p:nvSpPr>
        <p:spPr>
          <a:xfrm>
            <a:off x="776840" y="627683"/>
            <a:ext cx="9657185" cy="933450"/>
          </a:xfrm>
          <a:prstGeom prst="rect">
            <a:avLst/>
          </a:prstGeom>
        </p:spPr>
        <p:txBody>
          <a:bodyPr lIns="0" tIns="0" rIns="0" bIns="0" rtlCol="0" anchor="t">
            <a:spAutoFit/>
          </a:bodyPr>
          <a:lstStyle/>
          <a:p>
            <a:pPr algn="l">
              <a:lnSpc>
                <a:spcPts val="7200"/>
              </a:lnSpc>
            </a:pPr>
            <a:r>
              <a:rPr lang="en-US" sz="6000" b="1">
                <a:solidFill>
                  <a:srgbClr val="1B517B"/>
                </a:solidFill>
                <a:latin typeface="Barlow Ultra-Bold"/>
                <a:ea typeface="Barlow Ultra-Bold"/>
                <a:cs typeface="Barlow Ultra-Bold"/>
                <a:sym typeface="Barlow Ultra-Bold"/>
              </a:rPr>
              <a:t>SOLUCIÓN</a:t>
            </a:r>
          </a:p>
        </p:txBody>
      </p:sp>
      <p:sp>
        <p:nvSpPr>
          <p:cNvPr id="12" name="TextBox 12"/>
          <p:cNvSpPr txBox="1"/>
          <p:nvPr/>
        </p:nvSpPr>
        <p:spPr>
          <a:xfrm>
            <a:off x="1695608" y="2413443"/>
            <a:ext cx="10886753" cy="895350"/>
          </a:xfrm>
          <a:prstGeom prst="rect">
            <a:avLst/>
          </a:prstGeom>
        </p:spPr>
        <p:txBody>
          <a:bodyPr lIns="0" tIns="0" rIns="0" bIns="0" rtlCol="0" anchor="t">
            <a:spAutoFit/>
          </a:bodyPr>
          <a:lstStyle/>
          <a:p>
            <a:pPr algn="l">
              <a:lnSpc>
                <a:spcPts val="3480"/>
              </a:lnSpc>
            </a:pPr>
            <a:r>
              <a:rPr lang="en-US" sz="2900" b="1">
                <a:solidFill>
                  <a:srgbClr val="1B517B"/>
                </a:solidFill>
                <a:latin typeface="Poppins Bold"/>
                <a:ea typeface="Poppins Bold"/>
                <a:cs typeface="Poppins Bold"/>
                <a:sym typeface="Poppins Bold"/>
              </a:rPr>
              <a:t>SOFTWARE PARA LA GESTIÓN DE INVENTARIO AL REGISTRAR ENTRADAS, SALIDAS DE STOCK E INCLUSO DEVOLUCIONES.</a:t>
            </a:r>
          </a:p>
        </p:txBody>
      </p:sp>
      <p:sp>
        <p:nvSpPr>
          <p:cNvPr id="13" name="TextBox 13"/>
          <p:cNvSpPr txBox="1"/>
          <p:nvPr/>
        </p:nvSpPr>
        <p:spPr>
          <a:xfrm>
            <a:off x="1695608" y="4204143"/>
            <a:ext cx="13361839" cy="1333500"/>
          </a:xfrm>
          <a:prstGeom prst="rect">
            <a:avLst/>
          </a:prstGeom>
        </p:spPr>
        <p:txBody>
          <a:bodyPr lIns="0" tIns="0" rIns="0" bIns="0" rtlCol="0" anchor="t">
            <a:spAutoFit/>
          </a:bodyPr>
          <a:lstStyle/>
          <a:p>
            <a:pPr algn="l">
              <a:lnSpc>
                <a:spcPts val="3480"/>
              </a:lnSpc>
            </a:pPr>
            <a:r>
              <a:rPr lang="en-US" sz="2900" b="1">
                <a:solidFill>
                  <a:srgbClr val="1B517B"/>
                </a:solidFill>
                <a:latin typeface="Poppins Bold"/>
                <a:ea typeface="Poppins Bold"/>
                <a:cs typeface="Poppins Bold"/>
                <a:sym typeface="Poppins Bold"/>
              </a:rPr>
              <a:t>DASHBOARDS INFORMATIVOS CONOCER ESTADO ACTUAL DE STOCK Y FACILITAR LA TOMA DE DECISIONES EN CUANTO A LOS INSUMOS.</a:t>
            </a:r>
          </a:p>
          <a:p>
            <a:pPr algn="l">
              <a:lnSpc>
                <a:spcPts val="3480"/>
              </a:lnSpc>
            </a:pPr>
            <a:endParaRPr lang="en-US" sz="2900" b="1">
              <a:solidFill>
                <a:srgbClr val="1B517B"/>
              </a:solidFill>
              <a:latin typeface="Poppins Bold"/>
              <a:ea typeface="Poppins Bold"/>
              <a:cs typeface="Poppins Bold"/>
              <a:sym typeface="Poppins Bold"/>
            </a:endParaRPr>
          </a:p>
        </p:txBody>
      </p:sp>
      <p:sp>
        <p:nvSpPr>
          <p:cNvPr id="14" name="TextBox 14"/>
          <p:cNvSpPr txBox="1"/>
          <p:nvPr/>
        </p:nvSpPr>
        <p:spPr>
          <a:xfrm>
            <a:off x="1695608" y="5999999"/>
            <a:ext cx="15374125" cy="1333500"/>
          </a:xfrm>
          <a:prstGeom prst="rect">
            <a:avLst/>
          </a:prstGeom>
        </p:spPr>
        <p:txBody>
          <a:bodyPr lIns="0" tIns="0" rIns="0" bIns="0" rtlCol="0" anchor="t">
            <a:spAutoFit/>
          </a:bodyPr>
          <a:lstStyle/>
          <a:p>
            <a:pPr algn="l">
              <a:lnSpc>
                <a:spcPts val="3480"/>
              </a:lnSpc>
            </a:pPr>
            <a:r>
              <a:rPr lang="en-US" sz="2900" b="1">
                <a:solidFill>
                  <a:srgbClr val="1B517B"/>
                </a:solidFill>
                <a:latin typeface="Poppins Bold"/>
                <a:ea typeface="Poppins Bold"/>
                <a:cs typeface="Poppins Bold"/>
                <a:sym typeface="Poppins Bold"/>
              </a:rPr>
              <a:t>REGISTROS DE PROCESOS E HISTORIALES DE SALIDAS Y ENTRADAS DE INSUMOS, MEJORA EN TRAZABILIDAD</a:t>
            </a:r>
          </a:p>
          <a:p>
            <a:pPr algn="l">
              <a:lnSpc>
                <a:spcPts val="3480"/>
              </a:lnSpc>
            </a:pPr>
            <a:endParaRPr lang="en-US" sz="2900" b="1">
              <a:solidFill>
                <a:srgbClr val="1B517B"/>
              </a:solidFill>
              <a:latin typeface="Poppins Bold"/>
              <a:ea typeface="Poppins Bold"/>
              <a:cs typeface="Poppins Bold"/>
              <a:sym typeface="Poppins Bold"/>
            </a:endParaRPr>
          </a:p>
        </p:txBody>
      </p:sp>
      <p:sp>
        <p:nvSpPr>
          <p:cNvPr id="15" name="Freeform 15"/>
          <p:cNvSpPr/>
          <p:nvPr/>
        </p:nvSpPr>
        <p:spPr>
          <a:xfrm>
            <a:off x="776840" y="7809749"/>
            <a:ext cx="489553" cy="438150"/>
          </a:xfrm>
          <a:custGeom>
            <a:avLst/>
            <a:gdLst/>
            <a:ahLst/>
            <a:cxnLst/>
            <a:rect l="l" t="t" r="r" b="b"/>
            <a:pathLst>
              <a:path w="489553" h="438150">
                <a:moveTo>
                  <a:pt x="0" y="0"/>
                </a:moveTo>
                <a:lnTo>
                  <a:pt x="489553" y="0"/>
                </a:lnTo>
                <a:lnTo>
                  <a:pt x="489553" y="438150"/>
                </a:lnTo>
                <a:lnTo>
                  <a:pt x="0" y="4381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6" name="TextBox 16"/>
          <p:cNvSpPr txBox="1"/>
          <p:nvPr/>
        </p:nvSpPr>
        <p:spPr>
          <a:xfrm>
            <a:off x="1695608" y="7790699"/>
            <a:ext cx="12095854" cy="457200"/>
          </a:xfrm>
          <a:prstGeom prst="rect">
            <a:avLst/>
          </a:prstGeom>
        </p:spPr>
        <p:txBody>
          <a:bodyPr lIns="0" tIns="0" rIns="0" bIns="0" rtlCol="0" anchor="t">
            <a:spAutoFit/>
          </a:bodyPr>
          <a:lstStyle/>
          <a:p>
            <a:pPr algn="l">
              <a:lnSpc>
                <a:spcPts val="3480"/>
              </a:lnSpc>
            </a:pPr>
            <a:r>
              <a:rPr lang="en-US" sz="2900" b="1">
                <a:solidFill>
                  <a:srgbClr val="1B517B"/>
                </a:solidFill>
                <a:latin typeface="Poppins Bold"/>
                <a:ea typeface="Poppins Bold"/>
                <a:cs typeface="Poppins Bold"/>
                <a:sym typeface="Poppins Bold"/>
              </a:rPr>
              <a:t>REGISTRO DE INSUMOS UTILIZADOS POR PACIENTE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165655">
            <a:off x="16688269" y="-1574676"/>
            <a:ext cx="3949924" cy="17171291"/>
            <a:chOff x="0" y="0"/>
            <a:chExt cx="1040309" cy="4522480"/>
          </a:xfrm>
        </p:grpSpPr>
        <p:sp>
          <p:nvSpPr>
            <p:cNvPr id="3" name="Freeform 3"/>
            <p:cNvSpPr/>
            <p:nvPr/>
          </p:nvSpPr>
          <p:spPr>
            <a:xfrm>
              <a:off x="0" y="0"/>
              <a:ext cx="1040309" cy="4522480"/>
            </a:xfrm>
            <a:custGeom>
              <a:avLst/>
              <a:gdLst/>
              <a:ahLst/>
              <a:cxnLst/>
              <a:rect l="l" t="t" r="r" b="b"/>
              <a:pathLst>
                <a:path w="1040309" h="4522480">
                  <a:moveTo>
                    <a:pt x="0" y="0"/>
                  </a:moveTo>
                  <a:lnTo>
                    <a:pt x="1040309" y="0"/>
                  </a:lnTo>
                  <a:lnTo>
                    <a:pt x="1040309" y="4522480"/>
                  </a:lnTo>
                  <a:lnTo>
                    <a:pt x="0" y="4522480"/>
                  </a:lnTo>
                  <a:close/>
                </a:path>
              </a:pathLst>
            </a:custGeom>
            <a:solidFill>
              <a:srgbClr val="DF8D11"/>
            </a:solidFill>
          </p:spPr>
        </p:sp>
        <p:sp>
          <p:nvSpPr>
            <p:cNvPr id="4" name="TextBox 4"/>
            <p:cNvSpPr txBox="1"/>
            <p:nvPr/>
          </p:nvSpPr>
          <p:spPr>
            <a:xfrm>
              <a:off x="0" y="-57150"/>
              <a:ext cx="1040309" cy="457963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1867607">
            <a:off x="13851963" y="-9481934"/>
            <a:ext cx="3949924" cy="17171291"/>
            <a:chOff x="0" y="0"/>
            <a:chExt cx="1040309" cy="4522480"/>
          </a:xfrm>
        </p:grpSpPr>
        <p:sp>
          <p:nvSpPr>
            <p:cNvPr id="6" name="Freeform 6"/>
            <p:cNvSpPr/>
            <p:nvPr/>
          </p:nvSpPr>
          <p:spPr>
            <a:xfrm>
              <a:off x="0" y="0"/>
              <a:ext cx="1040309" cy="4522480"/>
            </a:xfrm>
            <a:custGeom>
              <a:avLst/>
              <a:gdLst/>
              <a:ahLst/>
              <a:cxnLst/>
              <a:rect l="l" t="t" r="r" b="b"/>
              <a:pathLst>
                <a:path w="1040309" h="4522480">
                  <a:moveTo>
                    <a:pt x="0" y="0"/>
                  </a:moveTo>
                  <a:lnTo>
                    <a:pt x="1040309" y="0"/>
                  </a:lnTo>
                  <a:lnTo>
                    <a:pt x="1040309" y="4522480"/>
                  </a:lnTo>
                  <a:lnTo>
                    <a:pt x="0" y="4522480"/>
                  </a:lnTo>
                  <a:close/>
                </a:path>
              </a:pathLst>
            </a:custGeom>
            <a:solidFill>
              <a:srgbClr val="F1B04E"/>
            </a:solidFill>
          </p:spPr>
        </p:sp>
        <p:sp>
          <p:nvSpPr>
            <p:cNvPr id="7" name="TextBox 7"/>
            <p:cNvSpPr txBox="1"/>
            <p:nvPr/>
          </p:nvSpPr>
          <p:spPr>
            <a:xfrm>
              <a:off x="0" y="-57150"/>
              <a:ext cx="1040309" cy="4579630"/>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rot="1774930">
            <a:off x="16640644" y="-1289701"/>
            <a:ext cx="3949924" cy="17171291"/>
            <a:chOff x="0" y="0"/>
            <a:chExt cx="1040309" cy="4522480"/>
          </a:xfrm>
        </p:grpSpPr>
        <p:sp>
          <p:nvSpPr>
            <p:cNvPr id="9" name="Freeform 9"/>
            <p:cNvSpPr/>
            <p:nvPr/>
          </p:nvSpPr>
          <p:spPr>
            <a:xfrm>
              <a:off x="0" y="0"/>
              <a:ext cx="1040309" cy="4522480"/>
            </a:xfrm>
            <a:custGeom>
              <a:avLst/>
              <a:gdLst/>
              <a:ahLst/>
              <a:cxnLst/>
              <a:rect l="l" t="t" r="r" b="b"/>
              <a:pathLst>
                <a:path w="1040309" h="4522480">
                  <a:moveTo>
                    <a:pt x="0" y="0"/>
                  </a:moveTo>
                  <a:lnTo>
                    <a:pt x="1040309" y="0"/>
                  </a:lnTo>
                  <a:lnTo>
                    <a:pt x="1040309" y="4522480"/>
                  </a:lnTo>
                  <a:lnTo>
                    <a:pt x="0" y="4522480"/>
                  </a:lnTo>
                  <a:close/>
                </a:path>
              </a:pathLst>
            </a:custGeom>
            <a:solidFill>
              <a:srgbClr val="1B517B"/>
            </a:solidFill>
          </p:spPr>
        </p:sp>
        <p:sp>
          <p:nvSpPr>
            <p:cNvPr id="10" name="TextBox 10"/>
            <p:cNvSpPr txBox="1"/>
            <p:nvPr/>
          </p:nvSpPr>
          <p:spPr>
            <a:xfrm>
              <a:off x="0" y="-57150"/>
              <a:ext cx="1040309" cy="457963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rot="1774930">
            <a:off x="17190238" y="94462"/>
            <a:ext cx="3949924" cy="17171291"/>
            <a:chOff x="0" y="0"/>
            <a:chExt cx="1040309" cy="4522480"/>
          </a:xfrm>
        </p:grpSpPr>
        <p:sp>
          <p:nvSpPr>
            <p:cNvPr id="12" name="Freeform 12"/>
            <p:cNvSpPr/>
            <p:nvPr/>
          </p:nvSpPr>
          <p:spPr>
            <a:xfrm>
              <a:off x="0" y="0"/>
              <a:ext cx="1040309" cy="4522480"/>
            </a:xfrm>
            <a:custGeom>
              <a:avLst/>
              <a:gdLst/>
              <a:ahLst/>
              <a:cxnLst/>
              <a:rect l="l" t="t" r="r" b="b"/>
              <a:pathLst>
                <a:path w="1040309" h="4522480">
                  <a:moveTo>
                    <a:pt x="0" y="0"/>
                  </a:moveTo>
                  <a:lnTo>
                    <a:pt x="1040309" y="0"/>
                  </a:lnTo>
                  <a:lnTo>
                    <a:pt x="1040309" y="4522480"/>
                  </a:lnTo>
                  <a:lnTo>
                    <a:pt x="0" y="4522480"/>
                  </a:lnTo>
                  <a:close/>
                </a:path>
              </a:pathLst>
            </a:custGeom>
            <a:solidFill>
              <a:srgbClr val="487BA2"/>
            </a:solidFill>
          </p:spPr>
        </p:sp>
        <p:sp>
          <p:nvSpPr>
            <p:cNvPr id="13" name="TextBox 13"/>
            <p:cNvSpPr txBox="1"/>
            <p:nvPr/>
          </p:nvSpPr>
          <p:spPr>
            <a:xfrm>
              <a:off x="0" y="-57150"/>
              <a:ext cx="1040309" cy="4579630"/>
            </a:xfrm>
            <a:prstGeom prst="rect">
              <a:avLst/>
            </a:prstGeom>
          </p:spPr>
          <p:txBody>
            <a:bodyPr lIns="50800" tIns="50800" rIns="50800" bIns="50800" rtlCol="0" anchor="ctr"/>
            <a:lstStyle/>
            <a:p>
              <a:pPr algn="ctr">
                <a:lnSpc>
                  <a:spcPts val="2659"/>
                </a:lnSpc>
              </a:pPr>
              <a:endParaRPr/>
            </a:p>
          </p:txBody>
        </p:sp>
      </p:grpSp>
      <p:sp>
        <p:nvSpPr>
          <p:cNvPr id="14" name="Freeform 14"/>
          <p:cNvSpPr/>
          <p:nvPr/>
        </p:nvSpPr>
        <p:spPr>
          <a:xfrm>
            <a:off x="6214624" y="0"/>
            <a:ext cx="5865820" cy="10287000"/>
          </a:xfrm>
          <a:custGeom>
            <a:avLst/>
            <a:gdLst/>
            <a:ahLst/>
            <a:cxnLst/>
            <a:rect l="l" t="t" r="r" b="b"/>
            <a:pathLst>
              <a:path w="5865820" h="10287000">
                <a:moveTo>
                  <a:pt x="0" y="0"/>
                </a:moveTo>
                <a:lnTo>
                  <a:pt x="5865820" y="0"/>
                </a:lnTo>
                <a:lnTo>
                  <a:pt x="5865820" y="10287000"/>
                </a:lnTo>
                <a:lnTo>
                  <a:pt x="0" y="10287000"/>
                </a:lnTo>
                <a:lnTo>
                  <a:pt x="0" y="0"/>
                </a:lnTo>
                <a:close/>
              </a:path>
            </a:pathLst>
          </a:custGeom>
          <a:blipFill>
            <a:blip r:embed="rId2"/>
            <a:stretch>
              <a:fillRect/>
            </a:stretch>
          </a:blipFill>
        </p:spPr>
      </p:sp>
      <p:sp>
        <p:nvSpPr>
          <p:cNvPr id="15" name="TextBox 15"/>
          <p:cNvSpPr txBox="1"/>
          <p:nvPr/>
        </p:nvSpPr>
        <p:spPr>
          <a:xfrm>
            <a:off x="647914" y="417278"/>
            <a:ext cx="5350263" cy="895350"/>
          </a:xfrm>
          <a:prstGeom prst="rect">
            <a:avLst/>
          </a:prstGeom>
        </p:spPr>
        <p:txBody>
          <a:bodyPr lIns="0" tIns="0" rIns="0" bIns="0" rtlCol="0" anchor="t">
            <a:spAutoFit/>
          </a:bodyPr>
          <a:lstStyle/>
          <a:p>
            <a:pPr algn="l">
              <a:lnSpc>
                <a:spcPts val="7080"/>
              </a:lnSpc>
            </a:pPr>
            <a:r>
              <a:rPr lang="en-US" sz="5900" b="1">
                <a:solidFill>
                  <a:srgbClr val="1B517B"/>
                </a:solidFill>
                <a:latin typeface="Barlow Ultra-Bold"/>
                <a:ea typeface="Barlow Ultra-Bold"/>
                <a:cs typeface="Barlow Ultra-Bold"/>
                <a:sym typeface="Barlow Ultra-Bold"/>
              </a:rPr>
              <a:t>MODELO AS - IS</a:t>
            </a:r>
          </a:p>
        </p:txBody>
      </p:sp>
      <p:grpSp>
        <p:nvGrpSpPr>
          <p:cNvPr id="16" name="Group 16"/>
          <p:cNvGrpSpPr/>
          <p:nvPr/>
        </p:nvGrpSpPr>
        <p:grpSpPr>
          <a:xfrm>
            <a:off x="11319510" y="-281940"/>
            <a:ext cx="1551623" cy="1116330"/>
            <a:chOff x="0" y="0"/>
            <a:chExt cx="2068830" cy="1488440"/>
          </a:xfrm>
        </p:grpSpPr>
        <p:sp>
          <p:nvSpPr>
            <p:cNvPr id="17" name="Freeform 17"/>
            <p:cNvSpPr/>
            <p:nvPr/>
          </p:nvSpPr>
          <p:spPr>
            <a:xfrm>
              <a:off x="44450" y="45720"/>
              <a:ext cx="1977390" cy="1390650"/>
            </a:xfrm>
            <a:custGeom>
              <a:avLst/>
              <a:gdLst/>
              <a:ahLst/>
              <a:cxnLst/>
              <a:rect l="l" t="t" r="r" b="b"/>
              <a:pathLst>
                <a:path w="1977390" h="1390650">
                  <a:moveTo>
                    <a:pt x="6350" y="694690"/>
                  </a:moveTo>
                  <a:cubicBezTo>
                    <a:pt x="64770" y="596900"/>
                    <a:pt x="107950" y="562610"/>
                    <a:pt x="139700" y="543560"/>
                  </a:cubicBezTo>
                  <a:cubicBezTo>
                    <a:pt x="163830" y="529590"/>
                    <a:pt x="203200" y="525780"/>
                    <a:pt x="213360" y="516890"/>
                  </a:cubicBezTo>
                  <a:cubicBezTo>
                    <a:pt x="215900" y="514350"/>
                    <a:pt x="215900" y="510540"/>
                    <a:pt x="217170" y="508000"/>
                  </a:cubicBezTo>
                  <a:cubicBezTo>
                    <a:pt x="219710" y="505460"/>
                    <a:pt x="222250" y="499110"/>
                    <a:pt x="222250" y="499110"/>
                  </a:cubicBezTo>
                  <a:cubicBezTo>
                    <a:pt x="222250" y="497840"/>
                    <a:pt x="227330" y="492760"/>
                    <a:pt x="229870" y="490220"/>
                  </a:cubicBezTo>
                  <a:cubicBezTo>
                    <a:pt x="232410" y="487680"/>
                    <a:pt x="236220" y="482600"/>
                    <a:pt x="236220" y="482600"/>
                  </a:cubicBezTo>
                  <a:cubicBezTo>
                    <a:pt x="236220" y="482600"/>
                    <a:pt x="242570" y="478790"/>
                    <a:pt x="245110" y="476250"/>
                  </a:cubicBezTo>
                  <a:cubicBezTo>
                    <a:pt x="248920" y="474980"/>
                    <a:pt x="254000" y="471170"/>
                    <a:pt x="254000" y="471170"/>
                  </a:cubicBezTo>
                  <a:cubicBezTo>
                    <a:pt x="254000" y="469900"/>
                    <a:pt x="260350" y="468630"/>
                    <a:pt x="264160" y="467360"/>
                  </a:cubicBezTo>
                  <a:cubicBezTo>
                    <a:pt x="267970" y="466090"/>
                    <a:pt x="274320" y="463550"/>
                    <a:pt x="274320" y="463550"/>
                  </a:cubicBezTo>
                  <a:cubicBezTo>
                    <a:pt x="274320" y="463550"/>
                    <a:pt x="280670" y="462280"/>
                    <a:pt x="284480" y="462280"/>
                  </a:cubicBezTo>
                  <a:cubicBezTo>
                    <a:pt x="288290" y="461010"/>
                    <a:pt x="294640" y="461010"/>
                    <a:pt x="294640" y="461010"/>
                  </a:cubicBezTo>
                  <a:cubicBezTo>
                    <a:pt x="294640" y="461010"/>
                    <a:pt x="318770" y="461010"/>
                    <a:pt x="335280" y="461010"/>
                  </a:cubicBezTo>
                  <a:cubicBezTo>
                    <a:pt x="356870" y="461010"/>
                    <a:pt x="401320" y="461010"/>
                    <a:pt x="414020" y="461010"/>
                  </a:cubicBezTo>
                  <a:cubicBezTo>
                    <a:pt x="419100" y="461010"/>
                    <a:pt x="420370" y="462280"/>
                    <a:pt x="424180" y="461010"/>
                  </a:cubicBezTo>
                  <a:cubicBezTo>
                    <a:pt x="431800" y="459740"/>
                    <a:pt x="443230" y="452120"/>
                    <a:pt x="457200" y="449580"/>
                  </a:cubicBezTo>
                  <a:cubicBezTo>
                    <a:pt x="478790" y="444500"/>
                    <a:pt x="518160" y="444500"/>
                    <a:pt x="547370" y="443230"/>
                  </a:cubicBezTo>
                  <a:cubicBezTo>
                    <a:pt x="575310" y="441960"/>
                    <a:pt x="600710" y="443230"/>
                    <a:pt x="627380" y="443230"/>
                  </a:cubicBezTo>
                  <a:cubicBezTo>
                    <a:pt x="656590" y="441960"/>
                    <a:pt x="690880" y="441960"/>
                    <a:pt x="717550" y="441960"/>
                  </a:cubicBezTo>
                  <a:cubicBezTo>
                    <a:pt x="739140" y="441960"/>
                    <a:pt x="760730" y="448310"/>
                    <a:pt x="775970" y="441960"/>
                  </a:cubicBezTo>
                  <a:cubicBezTo>
                    <a:pt x="787400" y="436880"/>
                    <a:pt x="788670" y="421640"/>
                    <a:pt x="801370" y="414020"/>
                  </a:cubicBezTo>
                  <a:cubicBezTo>
                    <a:pt x="824230" y="402590"/>
                    <a:pt x="896620" y="400050"/>
                    <a:pt x="910590" y="400050"/>
                  </a:cubicBezTo>
                  <a:cubicBezTo>
                    <a:pt x="913130" y="400050"/>
                    <a:pt x="914400" y="401320"/>
                    <a:pt x="916940" y="400050"/>
                  </a:cubicBezTo>
                  <a:cubicBezTo>
                    <a:pt x="923290" y="396240"/>
                    <a:pt x="935990" y="367030"/>
                    <a:pt x="949960" y="347980"/>
                  </a:cubicBezTo>
                  <a:cubicBezTo>
                    <a:pt x="970280" y="321310"/>
                    <a:pt x="1002030" y="281940"/>
                    <a:pt x="1027430" y="254000"/>
                  </a:cubicBezTo>
                  <a:cubicBezTo>
                    <a:pt x="1051560" y="228600"/>
                    <a:pt x="1073150" y="208280"/>
                    <a:pt x="1098550" y="186690"/>
                  </a:cubicBezTo>
                  <a:cubicBezTo>
                    <a:pt x="1125220" y="165100"/>
                    <a:pt x="1155700" y="140970"/>
                    <a:pt x="1183640" y="123190"/>
                  </a:cubicBezTo>
                  <a:cubicBezTo>
                    <a:pt x="1209040" y="106680"/>
                    <a:pt x="1233170" y="96520"/>
                    <a:pt x="1258570" y="80010"/>
                  </a:cubicBezTo>
                  <a:cubicBezTo>
                    <a:pt x="1286510" y="63500"/>
                    <a:pt x="1315720" y="39370"/>
                    <a:pt x="1344930" y="26670"/>
                  </a:cubicBezTo>
                  <a:cubicBezTo>
                    <a:pt x="1372870" y="15240"/>
                    <a:pt x="1400810" y="7620"/>
                    <a:pt x="1430020" y="5080"/>
                  </a:cubicBezTo>
                  <a:cubicBezTo>
                    <a:pt x="1461770" y="0"/>
                    <a:pt x="1497330" y="1270"/>
                    <a:pt x="1529080" y="5080"/>
                  </a:cubicBezTo>
                  <a:cubicBezTo>
                    <a:pt x="1560830" y="10160"/>
                    <a:pt x="1591310" y="16510"/>
                    <a:pt x="1619250" y="29210"/>
                  </a:cubicBezTo>
                  <a:cubicBezTo>
                    <a:pt x="1647190" y="40640"/>
                    <a:pt x="1670050" y="60960"/>
                    <a:pt x="1696720" y="76200"/>
                  </a:cubicBezTo>
                  <a:cubicBezTo>
                    <a:pt x="1724660" y="92710"/>
                    <a:pt x="1758950" y="105410"/>
                    <a:pt x="1785620" y="125730"/>
                  </a:cubicBezTo>
                  <a:cubicBezTo>
                    <a:pt x="1809750" y="144780"/>
                    <a:pt x="1828800" y="168910"/>
                    <a:pt x="1847850" y="191770"/>
                  </a:cubicBezTo>
                  <a:cubicBezTo>
                    <a:pt x="1866900" y="214630"/>
                    <a:pt x="1883410" y="234950"/>
                    <a:pt x="1897380" y="260350"/>
                  </a:cubicBezTo>
                  <a:cubicBezTo>
                    <a:pt x="1913890" y="289560"/>
                    <a:pt x="1927860" y="323850"/>
                    <a:pt x="1940560" y="356870"/>
                  </a:cubicBezTo>
                  <a:cubicBezTo>
                    <a:pt x="1953260" y="389890"/>
                    <a:pt x="1967230" y="425450"/>
                    <a:pt x="1972310" y="458470"/>
                  </a:cubicBezTo>
                  <a:cubicBezTo>
                    <a:pt x="1977390" y="488950"/>
                    <a:pt x="1973580" y="516890"/>
                    <a:pt x="1973580" y="547370"/>
                  </a:cubicBezTo>
                  <a:cubicBezTo>
                    <a:pt x="1972310" y="579120"/>
                    <a:pt x="1973580" y="610870"/>
                    <a:pt x="1971040" y="642620"/>
                  </a:cubicBezTo>
                  <a:cubicBezTo>
                    <a:pt x="1969770" y="675640"/>
                    <a:pt x="1964690" y="712470"/>
                    <a:pt x="1958340" y="744220"/>
                  </a:cubicBezTo>
                  <a:cubicBezTo>
                    <a:pt x="1953260" y="772160"/>
                    <a:pt x="1949450" y="796290"/>
                    <a:pt x="1939290" y="822960"/>
                  </a:cubicBezTo>
                  <a:cubicBezTo>
                    <a:pt x="1927860" y="852170"/>
                    <a:pt x="1907540" y="882650"/>
                    <a:pt x="1888490" y="913130"/>
                  </a:cubicBezTo>
                  <a:cubicBezTo>
                    <a:pt x="1868170" y="946150"/>
                    <a:pt x="1846580" y="982980"/>
                    <a:pt x="1823720" y="1010920"/>
                  </a:cubicBezTo>
                  <a:cubicBezTo>
                    <a:pt x="1802130" y="1035050"/>
                    <a:pt x="1780540" y="1054100"/>
                    <a:pt x="1756410" y="1074420"/>
                  </a:cubicBezTo>
                  <a:cubicBezTo>
                    <a:pt x="1732280" y="1093470"/>
                    <a:pt x="1705610" y="1112520"/>
                    <a:pt x="1678940" y="1129030"/>
                  </a:cubicBezTo>
                  <a:cubicBezTo>
                    <a:pt x="1653540" y="1145540"/>
                    <a:pt x="1628140" y="1160780"/>
                    <a:pt x="1601470" y="1174750"/>
                  </a:cubicBezTo>
                  <a:cubicBezTo>
                    <a:pt x="1573530" y="1189990"/>
                    <a:pt x="1534160" y="1210310"/>
                    <a:pt x="1512570" y="1216660"/>
                  </a:cubicBezTo>
                  <a:cubicBezTo>
                    <a:pt x="1498600" y="1220470"/>
                    <a:pt x="1480820" y="1219200"/>
                    <a:pt x="1480820" y="1220470"/>
                  </a:cubicBezTo>
                  <a:cubicBezTo>
                    <a:pt x="1480820" y="1220470"/>
                    <a:pt x="1482090" y="1221740"/>
                    <a:pt x="1483360" y="1221740"/>
                  </a:cubicBezTo>
                  <a:cubicBezTo>
                    <a:pt x="1485900" y="1223010"/>
                    <a:pt x="1489710" y="1224280"/>
                    <a:pt x="1492250" y="1224280"/>
                  </a:cubicBezTo>
                  <a:cubicBezTo>
                    <a:pt x="1493520" y="1225550"/>
                    <a:pt x="1494790" y="1226820"/>
                    <a:pt x="1496060" y="1228090"/>
                  </a:cubicBezTo>
                  <a:cubicBezTo>
                    <a:pt x="1497330" y="1228090"/>
                    <a:pt x="1498600" y="1229360"/>
                    <a:pt x="1501140" y="1229360"/>
                  </a:cubicBezTo>
                  <a:cubicBezTo>
                    <a:pt x="1502410" y="1230630"/>
                    <a:pt x="1504950" y="1234440"/>
                    <a:pt x="1507490" y="1235710"/>
                  </a:cubicBezTo>
                  <a:cubicBezTo>
                    <a:pt x="1510030" y="1238250"/>
                    <a:pt x="1513840" y="1239520"/>
                    <a:pt x="1515110" y="1242060"/>
                  </a:cubicBezTo>
                  <a:cubicBezTo>
                    <a:pt x="1516380" y="1243330"/>
                    <a:pt x="1516380" y="1244600"/>
                    <a:pt x="1517650" y="1245870"/>
                  </a:cubicBezTo>
                  <a:cubicBezTo>
                    <a:pt x="1518920" y="1247140"/>
                    <a:pt x="1520190" y="1248410"/>
                    <a:pt x="1521460" y="1249680"/>
                  </a:cubicBezTo>
                  <a:cubicBezTo>
                    <a:pt x="1522730" y="1250950"/>
                    <a:pt x="1524000" y="1254760"/>
                    <a:pt x="1526540" y="1257300"/>
                  </a:cubicBezTo>
                  <a:cubicBezTo>
                    <a:pt x="1527810" y="1259840"/>
                    <a:pt x="1530350" y="1263650"/>
                    <a:pt x="1531620" y="1266190"/>
                  </a:cubicBezTo>
                  <a:cubicBezTo>
                    <a:pt x="1531620" y="1267460"/>
                    <a:pt x="1531620" y="1268730"/>
                    <a:pt x="1532890" y="1270000"/>
                  </a:cubicBezTo>
                  <a:cubicBezTo>
                    <a:pt x="1532890" y="1271270"/>
                    <a:pt x="1534160" y="1272540"/>
                    <a:pt x="1535430" y="1273810"/>
                  </a:cubicBezTo>
                  <a:cubicBezTo>
                    <a:pt x="1535430" y="1276350"/>
                    <a:pt x="1535430" y="1280160"/>
                    <a:pt x="1536700" y="1283970"/>
                  </a:cubicBezTo>
                  <a:cubicBezTo>
                    <a:pt x="1536700" y="1286510"/>
                    <a:pt x="1539240" y="1290320"/>
                    <a:pt x="1539240" y="1292860"/>
                  </a:cubicBezTo>
                  <a:cubicBezTo>
                    <a:pt x="1539240" y="1295400"/>
                    <a:pt x="1539240" y="1296670"/>
                    <a:pt x="1539240" y="1297940"/>
                  </a:cubicBezTo>
                  <a:cubicBezTo>
                    <a:pt x="1539240" y="1299210"/>
                    <a:pt x="1539240" y="1300480"/>
                    <a:pt x="1539240" y="1303020"/>
                  </a:cubicBezTo>
                  <a:cubicBezTo>
                    <a:pt x="1539240" y="1305560"/>
                    <a:pt x="1537970" y="1309370"/>
                    <a:pt x="1537970" y="1311910"/>
                  </a:cubicBezTo>
                  <a:cubicBezTo>
                    <a:pt x="1537970" y="1314450"/>
                    <a:pt x="1537970" y="1319530"/>
                    <a:pt x="1537970" y="1322070"/>
                  </a:cubicBezTo>
                  <a:cubicBezTo>
                    <a:pt x="1536700" y="1323340"/>
                    <a:pt x="1536700" y="1324610"/>
                    <a:pt x="1535430" y="1325880"/>
                  </a:cubicBezTo>
                  <a:cubicBezTo>
                    <a:pt x="1535430" y="1327150"/>
                    <a:pt x="1535430" y="1328420"/>
                    <a:pt x="1535430" y="1330960"/>
                  </a:cubicBezTo>
                  <a:cubicBezTo>
                    <a:pt x="1534160" y="1333500"/>
                    <a:pt x="1531620" y="1336040"/>
                    <a:pt x="1530350" y="1338580"/>
                  </a:cubicBezTo>
                  <a:cubicBezTo>
                    <a:pt x="1529080" y="1342390"/>
                    <a:pt x="1529080" y="1346200"/>
                    <a:pt x="1526540" y="1347470"/>
                  </a:cubicBezTo>
                  <a:cubicBezTo>
                    <a:pt x="1526540" y="1350010"/>
                    <a:pt x="1525270" y="1350010"/>
                    <a:pt x="1524000" y="1351280"/>
                  </a:cubicBezTo>
                  <a:cubicBezTo>
                    <a:pt x="1522730" y="1352550"/>
                    <a:pt x="1522730" y="1353820"/>
                    <a:pt x="1521460" y="1356360"/>
                  </a:cubicBezTo>
                  <a:cubicBezTo>
                    <a:pt x="1520190" y="1357630"/>
                    <a:pt x="1517650" y="1360170"/>
                    <a:pt x="1515110" y="1362710"/>
                  </a:cubicBezTo>
                  <a:cubicBezTo>
                    <a:pt x="1512570" y="1365250"/>
                    <a:pt x="1511300" y="1367790"/>
                    <a:pt x="1508760" y="1370330"/>
                  </a:cubicBezTo>
                  <a:cubicBezTo>
                    <a:pt x="1507490" y="1370330"/>
                    <a:pt x="1506220" y="1371600"/>
                    <a:pt x="1504950" y="1371600"/>
                  </a:cubicBezTo>
                  <a:cubicBezTo>
                    <a:pt x="1503680" y="1372870"/>
                    <a:pt x="1502410" y="1374140"/>
                    <a:pt x="1501140" y="1375410"/>
                  </a:cubicBezTo>
                  <a:cubicBezTo>
                    <a:pt x="1498600" y="1376680"/>
                    <a:pt x="1494790" y="1377950"/>
                    <a:pt x="1492250" y="1379220"/>
                  </a:cubicBezTo>
                  <a:cubicBezTo>
                    <a:pt x="1489710" y="1380490"/>
                    <a:pt x="1487170" y="1383030"/>
                    <a:pt x="1484630" y="1384300"/>
                  </a:cubicBezTo>
                  <a:cubicBezTo>
                    <a:pt x="1483360" y="1385570"/>
                    <a:pt x="1480820" y="1385570"/>
                    <a:pt x="1479550" y="1385570"/>
                  </a:cubicBezTo>
                  <a:cubicBezTo>
                    <a:pt x="1478280" y="1385570"/>
                    <a:pt x="1477010" y="1386840"/>
                    <a:pt x="1475740" y="1388110"/>
                  </a:cubicBezTo>
                  <a:cubicBezTo>
                    <a:pt x="1473200" y="1388110"/>
                    <a:pt x="1469390" y="1388110"/>
                    <a:pt x="1465580" y="1388110"/>
                  </a:cubicBezTo>
                  <a:cubicBezTo>
                    <a:pt x="1463040" y="1389380"/>
                    <a:pt x="1459230" y="1390650"/>
                    <a:pt x="1456690" y="1390650"/>
                  </a:cubicBezTo>
                  <a:cubicBezTo>
                    <a:pt x="1455420" y="1390650"/>
                    <a:pt x="1452880" y="1390650"/>
                    <a:pt x="1451610" y="1390650"/>
                  </a:cubicBezTo>
                  <a:cubicBezTo>
                    <a:pt x="1450340" y="1390650"/>
                    <a:pt x="1449070" y="1390650"/>
                    <a:pt x="1446530" y="1390650"/>
                  </a:cubicBezTo>
                  <a:cubicBezTo>
                    <a:pt x="1443990" y="1390650"/>
                    <a:pt x="1441450" y="1389380"/>
                    <a:pt x="1437640" y="1389380"/>
                  </a:cubicBezTo>
                  <a:cubicBezTo>
                    <a:pt x="1435100" y="1388110"/>
                    <a:pt x="1431290" y="1388110"/>
                    <a:pt x="1428750" y="1388110"/>
                  </a:cubicBezTo>
                  <a:cubicBezTo>
                    <a:pt x="1426210" y="1386840"/>
                    <a:pt x="1424940" y="1386840"/>
                    <a:pt x="1423670" y="1385570"/>
                  </a:cubicBezTo>
                  <a:cubicBezTo>
                    <a:pt x="1422400" y="1385570"/>
                    <a:pt x="1421130" y="1385570"/>
                    <a:pt x="1419860" y="1384300"/>
                  </a:cubicBezTo>
                  <a:cubicBezTo>
                    <a:pt x="1417320" y="1384300"/>
                    <a:pt x="1416050" y="1381760"/>
                    <a:pt x="1412240" y="1380490"/>
                  </a:cubicBezTo>
                  <a:cubicBezTo>
                    <a:pt x="1405890" y="1376680"/>
                    <a:pt x="1394460" y="1372870"/>
                    <a:pt x="1380490" y="1366520"/>
                  </a:cubicBezTo>
                  <a:cubicBezTo>
                    <a:pt x="1357630" y="1355090"/>
                    <a:pt x="1316990" y="1337310"/>
                    <a:pt x="1286510" y="1318260"/>
                  </a:cubicBezTo>
                  <a:cubicBezTo>
                    <a:pt x="1254760" y="1299210"/>
                    <a:pt x="1215390" y="1267460"/>
                    <a:pt x="1196340" y="1250950"/>
                  </a:cubicBezTo>
                  <a:cubicBezTo>
                    <a:pt x="1186180" y="1240790"/>
                    <a:pt x="1184910" y="1233170"/>
                    <a:pt x="1173480" y="1226820"/>
                  </a:cubicBezTo>
                  <a:cubicBezTo>
                    <a:pt x="1154430" y="1216660"/>
                    <a:pt x="1112520" y="1215390"/>
                    <a:pt x="1079500" y="1207770"/>
                  </a:cubicBezTo>
                  <a:cubicBezTo>
                    <a:pt x="1043940" y="1200150"/>
                    <a:pt x="1002030" y="1192530"/>
                    <a:pt x="967740" y="1182370"/>
                  </a:cubicBezTo>
                  <a:cubicBezTo>
                    <a:pt x="938530" y="1173480"/>
                    <a:pt x="913130" y="1162050"/>
                    <a:pt x="886460" y="1149350"/>
                  </a:cubicBezTo>
                  <a:cubicBezTo>
                    <a:pt x="859790" y="1137920"/>
                    <a:pt x="834390" y="1123950"/>
                    <a:pt x="806450" y="1109980"/>
                  </a:cubicBezTo>
                  <a:cubicBezTo>
                    <a:pt x="773430" y="1094740"/>
                    <a:pt x="732790" y="1080770"/>
                    <a:pt x="702310" y="1059180"/>
                  </a:cubicBezTo>
                  <a:cubicBezTo>
                    <a:pt x="673100" y="1038860"/>
                    <a:pt x="635000" y="1000760"/>
                    <a:pt x="626110" y="985520"/>
                  </a:cubicBezTo>
                  <a:cubicBezTo>
                    <a:pt x="622300" y="980440"/>
                    <a:pt x="624840" y="975360"/>
                    <a:pt x="621030" y="972820"/>
                  </a:cubicBezTo>
                  <a:cubicBezTo>
                    <a:pt x="618490" y="971550"/>
                    <a:pt x="614680" y="974090"/>
                    <a:pt x="608330" y="972820"/>
                  </a:cubicBezTo>
                  <a:cubicBezTo>
                    <a:pt x="589280" y="970280"/>
                    <a:pt x="534670" y="958850"/>
                    <a:pt x="499110" y="947420"/>
                  </a:cubicBezTo>
                  <a:cubicBezTo>
                    <a:pt x="464820" y="937260"/>
                    <a:pt x="433070" y="923290"/>
                    <a:pt x="398780" y="909320"/>
                  </a:cubicBezTo>
                  <a:cubicBezTo>
                    <a:pt x="363220" y="896620"/>
                    <a:pt x="287020" y="867410"/>
                    <a:pt x="287020" y="867410"/>
                  </a:cubicBezTo>
                  <a:cubicBezTo>
                    <a:pt x="287020" y="867410"/>
                    <a:pt x="279400" y="866140"/>
                    <a:pt x="275590" y="866140"/>
                  </a:cubicBezTo>
                  <a:cubicBezTo>
                    <a:pt x="273050" y="866140"/>
                    <a:pt x="265430" y="864870"/>
                    <a:pt x="265430" y="864870"/>
                  </a:cubicBezTo>
                  <a:cubicBezTo>
                    <a:pt x="265430" y="864870"/>
                    <a:pt x="259080" y="862330"/>
                    <a:pt x="255270" y="861060"/>
                  </a:cubicBezTo>
                  <a:cubicBezTo>
                    <a:pt x="251460" y="859790"/>
                    <a:pt x="245110" y="857250"/>
                    <a:pt x="245110" y="857250"/>
                  </a:cubicBezTo>
                  <a:cubicBezTo>
                    <a:pt x="245110" y="857250"/>
                    <a:pt x="240030" y="853440"/>
                    <a:pt x="236220" y="850900"/>
                  </a:cubicBezTo>
                  <a:cubicBezTo>
                    <a:pt x="233680" y="849630"/>
                    <a:pt x="227330" y="844550"/>
                    <a:pt x="227330" y="844550"/>
                  </a:cubicBezTo>
                  <a:cubicBezTo>
                    <a:pt x="227330" y="844550"/>
                    <a:pt x="222250" y="839470"/>
                    <a:pt x="220980" y="836930"/>
                  </a:cubicBezTo>
                  <a:cubicBezTo>
                    <a:pt x="219710" y="835660"/>
                    <a:pt x="218440" y="834390"/>
                    <a:pt x="217170" y="833120"/>
                  </a:cubicBezTo>
                  <a:cubicBezTo>
                    <a:pt x="213360" y="831850"/>
                    <a:pt x="207010" y="833120"/>
                    <a:pt x="199390" y="833120"/>
                  </a:cubicBezTo>
                  <a:cubicBezTo>
                    <a:pt x="181610" y="833120"/>
                    <a:pt x="144780" y="840740"/>
                    <a:pt x="116840" y="833120"/>
                  </a:cubicBezTo>
                  <a:cubicBezTo>
                    <a:pt x="83820" y="825500"/>
                    <a:pt x="34290" y="807720"/>
                    <a:pt x="16510" y="782320"/>
                  </a:cubicBezTo>
                  <a:cubicBezTo>
                    <a:pt x="0" y="759460"/>
                    <a:pt x="6350" y="694690"/>
                    <a:pt x="6350" y="694690"/>
                  </a:cubicBezTo>
                  <a:moveTo>
                    <a:pt x="915670" y="975360"/>
                  </a:moveTo>
                  <a:cubicBezTo>
                    <a:pt x="923290" y="977900"/>
                    <a:pt x="979170" y="1012190"/>
                    <a:pt x="981710" y="1008380"/>
                  </a:cubicBezTo>
                  <a:cubicBezTo>
                    <a:pt x="984250" y="1005840"/>
                    <a:pt x="965200" y="979170"/>
                    <a:pt x="957580" y="975360"/>
                  </a:cubicBezTo>
                  <a:cubicBezTo>
                    <a:pt x="951230" y="972820"/>
                    <a:pt x="946150" y="975360"/>
                    <a:pt x="941070" y="975360"/>
                  </a:cubicBezTo>
                  <a:cubicBezTo>
                    <a:pt x="933450" y="975360"/>
                    <a:pt x="915670" y="975360"/>
                    <a:pt x="915670" y="975360"/>
                  </a:cubicBezTo>
                  <a:moveTo>
                    <a:pt x="1003300" y="707390"/>
                  </a:moveTo>
                  <a:cubicBezTo>
                    <a:pt x="1016000" y="727710"/>
                    <a:pt x="1031240" y="728980"/>
                    <a:pt x="1040130" y="731520"/>
                  </a:cubicBezTo>
                  <a:cubicBezTo>
                    <a:pt x="1046480" y="735330"/>
                    <a:pt x="1051560" y="736600"/>
                    <a:pt x="1056640" y="740410"/>
                  </a:cubicBezTo>
                  <a:cubicBezTo>
                    <a:pt x="1061720" y="742950"/>
                    <a:pt x="1066800" y="748030"/>
                    <a:pt x="1071880" y="751840"/>
                  </a:cubicBezTo>
                  <a:cubicBezTo>
                    <a:pt x="1075690" y="756920"/>
                    <a:pt x="1079500" y="762000"/>
                    <a:pt x="1083310" y="767080"/>
                  </a:cubicBezTo>
                  <a:cubicBezTo>
                    <a:pt x="1085850" y="772160"/>
                    <a:pt x="1088390" y="779780"/>
                    <a:pt x="1089660" y="784860"/>
                  </a:cubicBezTo>
                  <a:cubicBezTo>
                    <a:pt x="1090930" y="788670"/>
                    <a:pt x="1089660" y="793750"/>
                    <a:pt x="1092200" y="796290"/>
                  </a:cubicBezTo>
                  <a:cubicBezTo>
                    <a:pt x="1098550" y="801370"/>
                    <a:pt x="1120140" y="800100"/>
                    <a:pt x="1137920" y="796290"/>
                  </a:cubicBezTo>
                  <a:cubicBezTo>
                    <a:pt x="1164590" y="792480"/>
                    <a:pt x="1202690" y="775970"/>
                    <a:pt x="1233170" y="764540"/>
                  </a:cubicBezTo>
                  <a:cubicBezTo>
                    <a:pt x="1262380" y="754380"/>
                    <a:pt x="1318260" y="745490"/>
                    <a:pt x="1319530" y="735330"/>
                  </a:cubicBezTo>
                  <a:cubicBezTo>
                    <a:pt x="1319530" y="725170"/>
                    <a:pt x="1267460" y="717550"/>
                    <a:pt x="1243330" y="704850"/>
                  </a:cubicBezTo>
                  <a:cubicBezTo>
                    <a:pt x="1220470" y="692150"/>
                    <a:pt x="1198880" y="675640"/>
                    <a:pt x="1177290" y="659130"/>
                  </a:cubicBezTo>
                  <a:cubicBezTo>
                    <a:pt x="1155700" y="643890"/>
                    <a:pt x="1135380" y="622300"/>
                    <a:pt x="1113790" y="610870"/>
                  </a:cubicBezTo>
                  <a:cubicBezTo>
                    <a:pt x="1094740" y="600710"/>
                    <a:pt x="1061720" y="589280"/>
                    <a:pt x="1055370" y="591820"/>
                  </a:cubicBezTo>
                  <a:cubicBezTo>
                    <a:pt x="1052830" y="591820"/>
                    <a:pt x="1054100" y="594360"/>
                    <a:pt x="1052830" y="595630"/>
                  </a:cubicBezTo>
                  <a:cubicBezTo>
                    <a:pt x="1050290" y="598170"/>
                    <a:pt x="1046480" y="604520"/>
                    <a:pt x="1046480" y="604520"/>
                  </a:cubicBezTo>
                  <a:cubicBezTo>
                    <a:pt x="1046480" y="604520"/>
                    <a:pt x="1041400" y="609600"/>
                    <a:pt x="1038860" y="612140"/>
                  </a:cubicBezTo>
                  <a:cubicBezTo>
                    <a:pt x="1036320" y="613410"/>
                    <a:pt x="1031240" y="618490"/>
                    <a:pt x="1031240" y="618490"/>
                  </a:cubicBezTo>
                  <a:cubicBezTo>
                    <a:pt x="1031240" y="618490"/>
                    <a:pt x="1024890" y="622300"/>
                    <a:pt x="1022350" y="623570"/>
                  </a:cubicBezTo>
                  <a:cubicBezTo>
                    <a:pt x="1018540" y="626110"/>
                    <a:pt x="1013460" y="628650"/>
                    <a:pt x="1012190" y="628650"/>
                  </a:cubicBezTo>
                  <a:cubicBezTo>
                    <a:pt x="1012190" y="628650"/>
                    <a:pt x="1005840" y="628650"/>
                    <a:pt x="1004570" y="631190"/>
                  </a:cubicBezTo>
                  <a:cubicBezTo>
                    <a:pt x="998220" y="638810"/>
                    <a:pt x="1003300" y="707390"/>
                    <a:pt x="1003300" y="707390"/>
                  </a:cubicBezTo>
                  <a:moveTo>
                    <a:pt x="1220470" y="962660"/>
                  </a:moveTo>
                  <a:cubicBezTo>
                    <a:pt x="1286510" y="974090"/>
                    <a:pt x="1319530" y="956310"/>
                    <a:pt x="1348740" y="941070"/>
                  </a:cubicBezTo>
                  <a:cubicBezTo>
                    <a:pt x="1380490" y="924560"/>
                    <a:pt x="1414780" y="897890"/>
                    <a:pt x="1446530" y="877570"/>
                  </a:cubicBezTo>
                  <a:cubicBezTo>
                    <a:pt x="1474470" y="858520"/>
                    <a:pt x="1499870" y="840740"/>
                    <a:pt x="1525270" y="820420"/>
                  </a:cubicBezTo>
                  <a:cubicBezTo>
                    <a:pt x="1548130" y="801370"/>
                    <a:pt x="1569720" y="778510"/>
                    <a:pt x="1591310" y="758190"/>
                  </a:cubicBezTo>
                  <a:cubicBezTo>
                    <a:pt x="1611630" y="739140"/>
                    <a:pt x="1631950" y="725170"/>
                    <a:pt x="1649730" y="704850"/>
                  </a:cubicBezTo>
                  <a:cubicBezTo>
                    <a:pt x="1671320" y="681990"/>
                    <a:pt x="1701800" y="655320"/>
                    <a:pt x="1709420" y="627380"/>
                  </a:cubicBezTo>
                  <a:cubicBezTo>
                    <a:pt x="1717040" y="603250"/>
                    <a:pt x="1719580" y="565150"/>
                    <a:pt x="1704340" y="548640"/>
                  </a:cubicBezTo>
                  <a:cubicBezTo>
                    <a:pt x="1685290" y="529590"/>
                    <a:pt x="1626870" y="537210"/>
                    <a:pt x="1593850" y="530860"/>
                  </a:cubicBezTo>
                  <a:cubicBezTo>
                    <a:pt x="1565910" y="525780"/>
                    <a:pt x="1544320" y="519430"/>
                    <a:pt x="1518920" y="513080"/>
                  </a:cubicBezTo>
                  <a:cubicBezTo>
                    <a:pt x="1492250" y="506730"/>
                    <a:pt x="1466850" y="497840"/>
                    <a:pt x="1438910" y="492760"/>
                  </a:cubicBezTo>
                  <a:cubicBezTo>
                    <a:pt x="1408430" y="486410"/>
                    <a:pt x="1375410" y="480060"/>
                    <a:pt x="1346200" y="477520"/>
                  </a:cubicBezTo>
                  <a:cubicBezTo>
                    <a:pt x="1319530" y="476250"/>
                    <a:pt x="1289050" y="476250"/>
                    <a:pt x="1267460" y="478790"/>
                  </a:cubicBezTo>
                  <a:cubicBezTo>
                    <a:pt x="1253490" y="478790"/>
                    <a:pt x="1234440" y="478790"/>
                    <a:pt x="1233170" y="482600"/>
                  </a:cubicBezTo>
                  <a:cubicBezTo>
                    <a:pt x="1233170" y="488950"/>
                    <a:pt x="1264920" y="500380"/>
                    <a:pt x="1282700" y="511810"/>
                  </a:cubicBezTo>
                  <a:cubicBezTo>
                    <a:pt x="1304290" y="525780"/>
                    <a:pt x="1329690" y="542290"/>
                    <a:pt x="1350010" y="560070"/>
                  </a:cubicBezTo>
                  <a:cubicBezTo>
                    <a:pt x="1371600" y="577850"/>
                    <a:pt x="1391920" y="596900"/>
                    <a:pt x="1409700" y="618490"/>
                  </a:cubicBezTo>
                  <a:cubicBezTo>
                    <a:pt x="1427480" y="641350"/>
                    <a:pt x="1447800" y="668020"/>
                    <a:pt x="1456690" y="697230"/>
                  </a:cubicBezTo>
                  <a:cubicBezTo>
                    <a:pt x="1464310" y="727710"/>
                    <a:pt x="1466850" y="765810"/>
                    <a:pt x="1456690" y="797560"/>
                  </a:cubicBezTo>
                  <a:cubicBezTo>
                    <a:pt x="1446530" y="831850"/>
                    <a:pt x="1416050" y="868680"/>
                    <a:pt x="1386840" y="890270"/>
                  </a:cubicBezTo>
                  <a:cubicBezTo>
                    <a:pt x="1360170" y="911860"/>
                    <a:pt x="1319530" y="916940"/>
                    <a:pt x="1290320" y="929640"/>
                  </a:cubicBezTo>
                  <a:cubicBezTo>
                    <a:pt x="1264920" y="939800"/>
                    <a:pt x="1220470" y="962660"/>
                    <a:pt x="1220470" y="962660"/>
                  </a:cubicBezTo>
                  <a:moveTo>
                    <a:pt x="1236980" y="303530"/>
                  </a:moveTo>
                  <a:cubicBezTo>
                    <a:pt x="1262380" y="299720"/>
                    <a:pt x="1300480" y="300990"/>
                    <a:pt x="1327150" y="300990"/>
                  </a:cubicBezTo>
                  <a:cubicBezTo>
                    <a:pt x="1356360" y="302260"/>
                    <a:pt x="1386840" y="299720"/>
                    <a:pt x="1416050" y="303530"/>
                  </a:cubicBezTo>
                  <a:cubicBezTo>
                    <a:pt x="1442720" y="307340"/>
                    <a:pt x="1468120" y="317500"/>
                    <a:pt x="1494790" y="323850"/>
                  </a:cubicBezTo>
                  <a:cubicBezTo>
                    <a:pt x="1522730" y="331470"/>
                    <a:pt x="1553210" y="337820"/>
                    <a:pt x="1579880" y="345440"/>
                  </a:cubicBezTo>
                  <a:cubicBezTo>
                    <a:pt x="1606550" y="353060"/>
                    <a:pt x="1630680" y="358140"/>
                    <a:pt x="1657350" y="367030"/>
                  </a:cubicBezTo>
                  <a:cubicBezTo>
                    <a:pt x="1687830" y="378460"/>
                    <a:pt x="1727200" y="397510"/>
                    <a:pt x="1751330" y="411480"/>
                  </a:cubicBezTo>
                  <a:cubicBezTo>
                    <a:pt x="1765300" y="419100"/>
                    <a:pt x="1783080" y="436880"/>
                    <a:pt x="1785620" y="434340"/>
                  </a:cubicBezTo>
                  <a:cubicBezTo>
                    <a:pt x="1788160" y="433070"/>
                    <a:pt x="1784350" y="421640"/>
                    <a:pt x="1780540" y="412750"/>
                  </a:cubicBezTo>
                  <a:cubicBezTo>
                    <a:pt x="1774190" y="393700"/>
                    <a:pt x="1758950" y="354330"/>
                    <a:pt x="1742440" y="330200"/>
                  </a:cubicBezTo>
                  <a:cubicBezTo>
                    <a:pt x="1725930" y="306070"/>
                    <a:pt x="1705610" y="285750"/>
                    <a:pt x="1682750" y="265430"/>
                  </a:cubicBezTo>
                  <a:cubicBezTo>
                    <a:pt x="1657350" y="245110"/>
                    <a:pt x="1623060" y="228600"/>
                    <a:pt x="1593850" y="210820"/>
                  </a:cubicBezTo>
                  <a:cubicBezTo>
                    <a:pt x="1567180" y="191770"/>
                    <a:pt x="1541780" y="161290"/>
                    <a:pt x="1513840" y="156210"/>
                  </a:cubicBezTo>
                  <a:cubicBezTo>
                    <a:pt x="1487170" y="152400"/>
                    <a:pt x="1457960" y="167640"/>
                    <a:pt x="1430020" y="179070"/>
                  </a:cubicBezTo>
                  <a:cubicBezTo>
                    <a:pt x="1399540" y="193040"/>
                    <a:pt x="1367790" y="215900"/>
                    <a:pt x="1339850" y="233680"/>
                  </a:cubicBezTo>
                  <a:cubicBezTo>
                    <a:pt x="1314450" y="248920"/>
                    <a:pt x="1289050" y="266700"/>
                    <a:pt x="1270000" y="279400"/>
                  </a:cubicBezTo>
                  <a:cubicBezTo>
                    <a:pt x="1257300" y="289560"/>
                    <a:pt x="1236980" y="303530"/>
                    <a:pt x="1236980" y="303530"/>
                  </a:cubicBezTo>
                  <a:moveTo>
                    <a:pt x="1612900" y="970280"/>
                  </a:moveTo>
                  <a:cubicBezTo>
                    <a:pt x="1634490" y="955040"/>
                    <a:pt x="1692910" y="901700"/>
                    <a:pt x="1703070" y="890270"/>
                  </a:cubicBezTo>
                  <a:cubicBezTo>
                    <a:pt x="1706880" y="886460"/>
                    <a:pt x="1709420" y="882650"/>
                    <a:pt x="1708150" y="882650"/>
                  </a:cubicBezTo>
                  <a:cubicBezTo>
                    <a:pt x="1708150" y="882650"/>
                    <a:pt x="1700530" y="889000"/>
                    <a:pt x="1694180" y="895350"/>
                  </a:cubicBezTo>
                  <a:cubicBezTo>
                    <a:pt x="1680210" y="909320"/>
                    <a:pt x="1638300" y="949960"/>
                    <a:pt x="1624330" y="961390"/>
                  </a:cubicBezTo>
                  <a:cubicBezTo>
                    <a:pt x="1619250" y="965200"/>
                    <a:pt x="1612900" y="970280"/>
                    <a:pt x="1612900" y="970280"/>
                  </a:cubicBezTo>
                </a:path>
              </a:pathLst>
            </a:custGeom>
            <a:solidFill>
              <a:srgbClr val="FFFFFF"/>
            </a:solidFill>
            <a:ln cap="sq">
              <a:noFill/>
              <a:prstDash val="solid"/>
              <a:miter/>
            </a:ln>
          </p:spPr>
        </p:sp>
      </p:grpSp>
      <p:grpSp>
        <p:nvGrpSpPr>
          <p:cNvPr id="18" name="Group 18"/>
          <p:cNvGrpSpPr/>
          <p:nvPr/>
        </p:nvGrpSpPr>
        <p:grpSpPr>
          <a:xfrm>
            <a:off x="10758488" y="-103823"/>
            <a:ext cx="1594485" cy="845820"/>
            <a:chOff x="0" y="0"/>
            <a:chExt cx="2125980" cy="1127760"/>
          </a:xfrm>
        </p:grpSpPr>
        <p:sp>
          <p:nvSpPr>
            <p:cNvPr id="19" name="Freeform 19"/>
            <p:cNvSpPr/>
            <p:nvPr/>
          </p:nvSpPr>
          <p:spPr>
            <a:xfrm>
              <a:off x="45720" y="48260"/>
              <a:ext cx="2029460" cy="1029970"/>
            </a:xfrm>
            <a:custGeom>
              <a:avLst/>
              <a:gdLst/>
              <a:ahLst/>
              <a:cxnLst/>
              <a:rect l="l" t="t" r="r" b="b"/>
              <a:pathLst>
                <a:path w="2029460" h="1029970">
                  <a:moveTo>
                    <a:pt x="5080" y="363220"/>
                  </a:moveTo>
                  <a:cubicBezTo>
                    <a:pt x="67310" y="219710"/>
                    <a:pt x="107950" y="182880"/>
                    <a:pt x="129540" y="170180"/>
                  </a:cubicBezTo>
                  <a:cubicBezTo>
                    <a:pt x="139700" y="165100"/>
                    <a:pt x="148590" y="168910"/>
                    <a:pt x="154940" y="162560"/>
                  </a:cubicBezTo>
                  <a:cubicBezTo>
                    <a:pt x="162560" y="154940"/>
                    <a:pt x="154940" y="133350"/>
                    <a:pt x="165100" y="123190"/>
                  </a:cubicBezTo>
                  <a:cubicBezTo>
                    <a:pt x="181610" y="107950"/>
                    <a:pt x="234950" y="104140"/>
                    <a:pt x="267970" y="100330"/>
                  </a:cubicBezTo>
                  <a:cubicBezTo>
                    <a:pt x="295910" y="97790"/>
                    <a:pt x="322580" y="100330"/>
                    <a:pt x="349250" y="101600"/>
                  </a:cubicBezTo>
                  <a:cubicBezTo>
                    <a:pt x="374650" y="101600"/>
                    <a:pt x="401320" y="104140"/>
                    <a:pt x="427990" y="106680"/>
                  </a:cubicBezTo>
                  <a:cubicBezTo>
                    <a:pt x="453390" y="110490"/>
                    <a:pt x="491490" y="119380"/>
                    <a:pt x="501650" y="119380"/>
                  </a:cubicBezTo>
                  <a:cubicBezTo>
                    <a:pt x="505460" y="120650"/>
                    <a:pt x="504190" y="119380"/>
                    <a:pt x="508000" y="119380"/>
                  </a:cubicBezTo>
                  <a:cubicBezTo>
                    <a:pt x="519430" y="119380"/>
                    <a:pt x="566420" y="119380"/>
                    <a:pt x="595630" y="119380"/>
                  </a:cubicBezTo>
                  <a:cubicBezTo>
                    <a:pt x="622300" y="119380"/>
                    <a:pt x="646430" y="118110"/>
                    <a:pt x="675640" y="119380"/>
                  </a:cubicBezTo>
                  <a:cubicBezTo>
                    <a:pt x="711200" y="121920"/>
                    <a:pt x="768350" y="133350"/>
                    <a:pt x="793750" y="135890"/>
                  </a:cubicBezTo>
                  <a:cubicBezTo>
                    <a:pt x="803910" y="137160"/>
                    <a:pt x="814070" y="138430"/>
                    <a:pt x="816610" y="137160"/>
                  </a:cubicBezTo>
                  <a:cubicBezTo>
                    <a:pt x="817880" y="137160"/>
                    <a:pt x="816610" y="137160"/>
                    <a:pt x="817880" y="137160"/>
                  </a:cubicBezTo>
                  <a:cubicBezTo>
                    <a:pt x="819150" y="135890"/>
                    <a:pt x="826770" y="130810"/>
                    <a:pt x="826770" y="130810"/>
                  </a:cubicBezTo>
                  <a:cubicBezTo>
                    <a:pt x="826770" y="130810"/>
                    <a:pt x="833120" y="129540"/>
                    <a:pt x="836930" y="128270"/>
                  </a:cubicBezTo>
                  <a:cubicBezTo>
                    <a:pt x="839470" y="127000"/>
                    <a:pt x="845820" y="124460"/>
                    <a:pt x="845820" y="124460"/>
                  </a:cubicBezTo>
                  <a:cubicBezTo>
                    <a:pt x="847090" y="124460"/>
                    <a:pt x="853440" y="124460"/>
                    <a:pt x="857250" y="123190"/>
                  </a:cubicBezTo>
                  <a:cubicBezTo>
                    <a:pt x="859790" y="123190"/>
                    <a:pt x="867410" y="123190"/>
                    <a:pt x="867410" y="123190"/>
                  </a:cubicBezTo>
                  <a:cubicBezTo>
                    <a:pt x="867410" y="123190"/>
                    <a:pt x="963930" y="123190"/>
                    <a:pt x="990600" y="123190"/>
                  </a:cubicBezTo>
                  <a:cubicBezTo>
                    <a:pt x="1004570" y="123190"/>
                    <a:pt x="1018540" y="124460"/>
                    <a:pt x="1019810" y="123190"/>
                  </a:cubicBezTo>
                  <a:cubicBezTo>
                    <a:pt x="1021080" y="121920"/>
                    <a:pt x="1019810" y="120650"/>
                    <a:pt x="1019810" y="120650"/>
                  </a:cubicBezTo>
                  <a:cubicBezTo>
                    <a:pt x="1018540" y="120650"/>
                    <a:pt x="1017270" y="114300"/>
                    <a:pt x="1017270" y="110490"/>
                  </a:cubicBezTo>
                  <a:cubicBezTo>
                    <a:pt x="1016000" y="107950"/>
                    <a:pt x="1014730" y="100330"/>
                    <a:pt x="1014730" y="100330"/>
                  </a:cubicBezTo>
                  <a:cubicBezTo>
                    <a:pt x="1014730" y="100330"/>
                    <a:pt x="1014730" y="93980"/>
                    <a:pt x="1014730" y="90170"/>
                  </a:cubicBezTo>
                  <a:cubicBezTo>
                    <a:pt x="1014730" y="86360"/>
                    <a:pt x="1014730" y="80010"/>
                    <a:pt x="1014730" y="78740"/>
                  </a:cubicBezTo>
                  <a:cubicBezTo>
                    <a:pt x="1014730" y="78740"/>
                    <a:pt x="1016000" y="72390"/>
                    <a:pt x="1017270" y="68580"/>
                  </a:cubicBezTo>
                  <a:cubicBezTo>
                    <a:pt x="1017270" y="66040"/>
                    <a:pt x="1019810" y="58420"/>
                    <a:pt x="1019810" y="58420"/>
                  </a:cubicBezTo>
                  <a:cubicBezTo>
                    <a:pt x="1019810" y="58420"/>
                    <a:pt x="1022350" y="52070"/>
                    <a:pt x="1024890" y="49530"/>
                  </a:cubicBezTo>
                  <a:cubicBezTo>
                    <a:pt x="1026160" y="45720"/>
                    <a:pt x="1028700" y="40640"/>
                    <a:pt x="1028700" y="40640"/>
                  </a:cubicBezTo>
                  <a:cubicBezTo>
                    <a:pt x="1029970" y="39370"/>
                    <a:pt x="1033780" y="34290"/>
                    <a:pt x="1036320" y="31750"/>
                  </a:cubicBezTo>
                  <a:cubicBezTo>
                    <a:pt x="1038860" y="29210"/>
                    <a:pt x="1043940" y="24130"/>
                    <a:pt x="1043940" y="24130"/>
                  </a:cubicBezTo>
                  <a:cubicBezTo>
                    <a:pt x="1043940" y="24130"/>
                    <a:pt x="1049020" y="20320"/>
                    <a:pt x="1051560" y="17780"/>
                  </a:cubicBezTo>
                  <a:cubicBezTo>
                    <a:pt x="1055370" y="16510"/>
                    <a:pt x="1060450" y="12700"/>
                    <a:pt x="1060450" y="12700"/>
                  </a:cubicBezTo>
                  <a:cubicBezTo>
                    <a:pt x="1060450" y="12700"/>
                    <a:pt x="1068070" y="10160"/>
                    <a:pt x="1070610" y="8890"/>
                  </a:cubicBezTo>
                  <a:cubicBezTo>
                    <a:pt x="1074420" y="7620"/>
                    <a:pt x="1080770" y="5080"/>
                    <a:pt x="1080770" y="5080"/>
                  </a:cubicBezTo>
                  <a:cubicBezTo>
                    <a:pt x="1080770" y="5080"/>
                    <a:pt x="1087120" y="3810"/>
                    <a:pt x="1090930" y="3810"/>
                  </a:cubicBezTo>
                  <a:cubicBezTo>
                    <a:pt x="1094740" y="3810"/>
                    <a:pt x="1101090" y="2540"/>
                    <a:pt x="1101090" y="2540"/>
                  </a:cubicBezTo>
                  <a:cubicBezTo>
                    <a:pt x="1102360" y="2540"/>
                    <a:pt x="1156970" y="0"/>
                    <a:pt x="1184910" y="3810"/>
                  </a:cubicBezTo>
                  <a:cubicBezTo>
                    <a:pt x="1214120" y="7620"/>
                    <a:pt x="1245870" y="17780"/>
                    <a:pt x="1275080" y="25400"/>
                  </a:cubicBezTo>
                  <a:cubicBezTo>
                    <a:pt x="1301750" y="31750"/>
                    <a:pt x="1327150" y="39370"/>
                    <a:pt x="1353820" y="45720"/>
                  </a:cubicBezTo>
                  <a:cubicBezTo>
                    <a:pt x="1380490" y="53340"/>
                    <a:pt x="1422400" y="63500"/>
                    <a:pt x="1433830" y="67310"/>
                  </a:cubicBezTo>
                  <a:cubicBezTo>
                    <a:pt x="1436370" y="68580"/>
                    <a:pt x="1437640" y="69850"/>
                    <a:pt x="1438910" y="69850"/>
                  </a:cubicBezTo>
                  <a:cubicBezTo>
                    <a:pt x="1442720" y="68580"/>
                    <a:pt x="1445260" y="63500"/>
                    <a:pt x="1452880" y="59690"/>
                  </a:cubicBezTo>
                  <a:cubicBezTo>
                    <a:pt x="1468120" y="50800"/>
                    <a:pt x="1504950" y="35560"/>
                    <a:pt x="1532890" y="29210"/>
                  </a:cubicBezTo>
                  <a:cubicBezTo>
                    <a:pt x="1563370" y="22860"/>
                    <a:pt x="1598930" y="19050"/>
                    <a:pt x="1626870" y="24130"/>
                  </a:cubicBezTo>
                  <a:cubicBezTo>
                    <a:pt x="1653540" y="30480"/>
                    <a:pt x="1682750" y="43180"/>
                    <a:pt x="1700530" y="60960"/>
                  </a:cubicBezTo>
                  <a:cubicBezTo>
                    <a:pt x="1717040" y="77470"/>
                    <a:pt x="1729740" y="125730"/>
                    <a:pt x="1731010" y="125730"/>
                  </a:cubicBezTo>
                  <a:cubicBezTo>
                    <a:pt x="1732280" y="125730"/>
                    <a:pt x="1784350" y="125730"/>
                    <a:pt x="1811020" y="125730"/>
                  </a:cubicBezTo>
                  <a:cubicBezTo>
                    <a:pt x="1841500" y="125730"/>
                    <a:pt x="1873250" y="119380"/>
                    <a:pt x="1902460" y="125730"/>
                  </a:cubicBezTo>
                  <a:cubicBezTo>
                    <a:pt x="1934210" y="130810"/>
                    <a:pt x="1974850" y="137160"/>
                    <a:pt x="1995170" y="160020"/>
                  </a:cubicBezTo>
                  <a:cubicBezTo>
                    <a:pt x="2019300" y="186690"/>
                    <a:pt x="2029460" y="245110"/>
                    <a:pt x="2028190" y="284480"/>
                  </a:cubicBezTo>
                  <a:cubicBezTo>
                    <a:pt x="2026920" y="320040"/>
                    <a:pt x="2006600" y="354330"/>
                    <a:pt x="1993900" y="388620"/>
                  </a:cubicBezTo>
                  <a:cubicBezTo>
                    <a:pt x="1982470" y="421640"/>
                    <a:pt x="1967230" y="454660"/>
                    <a:pt x="1953260" y="487680"/>
                  </a:cubicBezTo>
                  <a:cubicBezTo>
                    <a:pt x="1939290" y="519430"/>
                    <a:pt x="1925320" y="548640"/>
                    <a:pt x="1912620" y="582930"/>
                  </a:cubicBezTo>
                  <a:cubicBezTo>
                    <a:pt x="1898650" y="619760"/>
                    <a:pt x="1882140" y="661670"/>
                    <a:pt x="1871980" y="699770"/>
                  </a:cubicBezTo>
                  <a:cubicBezTo>
                    <a:pt x="1863090" y="735330"/>
                    <a:pt x="1859280" y="768350"/>
                    <a:pt x="1852930" y="802640"/>
                  </a:cubicBezTo>
                  <a:cubicBezTo>
                    <a:pt x="1845310" y="836930"/>
                    <a:pt x="1841500" y="873760"/>
                    <a:pt x="1828800" y="906780"/>
                  </a:cubicBezTo>
                  <a:cubicBezTo>
                    <a:pt x="1817370" y="941070"/>
                    <a:pt x="1804670" y="984250"/>
                    <a:pt x="1779270" y="1003300"/>
                  </a:cubicBezTo>
                  <a:cubicBezTo>
                    <a:pt x="1756410" y="1022350"/>
                    <a:pt x="1718310" y="1022350"/>
                    <a:pt x="1689100" y="1026160"/>
                  </a:cubicBezTo>
                  <a:cubicBezTo>
                    <a:pt x="1662430" y="1029970"/>
                    <a:pt x="1640840" y="1028700"/>
                    <a:pt x="1611630" y="1027430"/>
                  </a:cubicBezTo>
                  <a:cubicBezTo>
                    <a:pt x="1573530" y="1026160"/>
                    <a:pt x="1517650" y="1021080"/>
                    <a:pt x="1478280" y="1013460"/>
                  </a:cubicBezTo>
                  <a:cubicBezTo>
                    <a:pt x="1446530" y="1008380"/>
                    <a:pt x="1422400" y="1000760"/>
                    <a:pt x="1393190" y="991870"/>
                  </a:cubicBezTo>
                  <a:cubicBezTo>
                    <a:pt x="1360170" y="980440"/>
                    <a:pt x="1320800" y="967740"/>
                    <a:pt x="1289050" y="951230"/>
                  </a:cubicBezTo>
                  <a:cubicBezTo>
                    <a:pt x="1258570" y="935990"/>
                    <a:pt x="1225550" y="923290"/>
                    <a:pt x="1203960" y="899160"/>
                  </a:cubicBezTo>
                  <a:cubicBezTo>
                    <a:pt x="1183640" y="877570"/>
                    <a:pt x="1173480" y="842010"/>
                    <a:pt x="1164590" y="815340"/>
                  </a:cubicBezTo>
                  <a:cubicBezTo>
                    <a:pt x="1158240" y="793750"/>
                    <a:pt x="1165860" y="760730"/>
                    <a:pt x="1153160" y="750570"/>
                  </a:cubicBezTo>
                  <a:cubicBezTo>
                    <a:pt x="1141730" y="740410"/>
                    <a:pt x="1115060" y="750570"/>
                    <a:pt x="1092200" y="750570"/>
                  </a:cubicBezTo>
                  <a:cubicBezTo>
                    <a:pt x="1062990" y="750570"/>
                    <a:pt x="1024890" y="751840"/>
                    <a:pt x="990600" y="751840"/>
                  </a:cubicBezTo>
                  <a:cubicBezTo>
                    <a:pt x="955040" y="751840"/>
                    <a:pt x="916940" y="751840"/>
                    <a:pt x="882650" y="751840"/>
                  </a:cubicBezTo>
                  <a:cubicBezTo>
                    <a:pt x="850900" y="751840"/>
                    <a:pt x="820420" y="754380"/>
                    <a:pt x="791210" y="750570"/>
                  </a:cubicBezTo>
                  <a:cubicBezTo>
                    <a:pt x="762000" y="748030"/>
                    <a:pt x="736600" y="739140"/>
                    <a:pt x="708660" y="734060"/>
                  </a:cubicBezTo>
                  <a:cubicBezTo>
                    <a:pt x="678180" y="726440"/>
                    <a:pt x="645160" y="716280"/>
                    <a:pt x="614680" y="712470"/>
                  </a:cubicBezTo>
                  <a:cubicBezTo>
                    <a:pt x="588010" y="709930"/>
                    <a:pt x="563880" y="713740"/>
                    <a:pt x="535940" y="713740"/>
                  </a:cubicBezTo>
                  <a:cubicBezTo>
                    <a:pt x="502920" y="713740"/>
                    <a:pt x="426720" y="713740"/>
                    <a:pt x="426720" y="713740"/>
                  </a:cubicBezTo>
                  <a:cubicBezTo>
                    <a:pt x="426720" y="713740"/>
                    <a:pt x="419100" y="712470"/>
                    <a:pt x="416560" y="712470"/>
                  </a:cubicBezTo>
                  <a:cubicBezTo>
                    <a:pt x="412750" y="712470"/>
                    <a:pt x="405130" y="711200"/>
                    <a:pt x="405130" y="711200"/>
                  </a:cubicBezTo>
                  <a:cubicBezTo>
                    <a:pt x="405130" y="711200"/>
                    <a:pt x="398780" y="708660"/>
                    <a:pt x="396240" y="707390"/>
                  </a:cubicBezTo>
                  <a:cubicBezTo>
                    <a:pt x="392430" y="706120"/>
                    <a:pt x="386080" y="703580"/>
                    <a:pt x="386080" y="703580"/>
                  </a:cubicBezTo>
                  <a:cubicBezTo>
                    <a:pt x="386080" y="703580"/>
                    <a:pt x="379730" y="699770"/>
                    <a:pt x="377190" y="697230"/>
                  </a:cubicBezTo>
                  <a:cubicBezTo>
                    <a:pt x="374650" y="695960"/>
                    <a:pt x="368300" y="692150"/>
                    <a:pt x="368300" y="692150"/>
                  </a:cubicBezTo>
                  <a:cubicBezTo>
                    <a:pt x="368300" y="692150"/>
                    <a:pt x="363220" y="687070"/>
                    <a:pt x="360680" y="684530"/>
                  </a:cubicBezTo>
                  <a:cubicBezTo>
                    <a:pt x="359410" y="680720"/>
                    <a:pt x="354330" y="675640"/>
                    <a:pt x="354330" y="675640"/>
                  </a:cubicBezTo>
                  <a:cubicBezTo>
                    <a:pt x="354330" y="675640"/>
                    <a:pt x="350520" y="669290"/>
                    <a:pt x="349250" y="666750"/>
                  </a:cubicBezTo>
                  <a:cubicBezTo>
                    <a:pt x="347980" y="662940"/>
                    <a:pt x="344170" y="657860"/>
                    <a:pt x="344170" y="657860"/>
                  </a:cubicBezTo>
                  <a:cubicBezTo>
                    <a:pt x="344170" y="656590"/>
                    <a:pt x="342900" y="650240"/>
                    <a:pt x="341630" y="646430"/>
                  </a:cubicBezTo>
                  <a:cubicBezTo>
                    <a:pt x="341630" y="643890"/>
                    <a:pt x="339090" y="636270"/>
                    <a:pt x="339090" y="636270"/>
                  </a:cubicBezTo>
                  <a:cubicBezTo>
                    <a:pt x="339090" y="636270"/>
                    <a:pt x="340360" y="635000"/>
                    <a:pt x="339090" y="635000"/>
                  </a:cubicBezTo>
                  <a:cubicBezTo>
                    <a:pt x="336550" y="632460"/>
                    <a:pt x="313690" y="635000"/>
                    <a:pt x="297180" y="635000"/>
                  </a:cubicBezTo>
                  <a:cubicBezTo>
                    <a:pt x="274320" y="635000"/>
                    <a:pt x="246380" y="640080"/>
                    <a:pt x="217170" y="635000"/>
                  </a:cubicBezTo>
                  <a:cubicBezTo>
                    <a:pt x="181610" y="628650"/>
                    <a:pt x="129540" y="614680"/>
                    <a:pt x="99060" y="595630"/>
                  </a:cubicBezTo>
                  <a:cubicBezTo>
                    <a:pt x="74930" y="580390"/>
                    <a:pt x="59690" y="561340"/>
                    <a:pt x="45720" y="538480"/>
                  </a:cubicBezTo>
                  <a:cubicBezTo>
                    <a:pt x="27940" y="511810"/>
                    <a:pt x="12700" y="476250"/>
                    <a:pt x="6350" y="445770"/>
                  </a:cubicBezTo>
                  <a:cubicBezTo>
                    <a:pt x="0" y="417830"/>
                    <a:pt x="5080" y="363220"/>
                    <a:pt x="5080" y="363220"/>
                  </a:cubicBezTo>
                  <a:moveTo>
                    <a:pt x="203200" y="340360"/>
                  </a:moveTo>
                  <a:cubicBezTo>
                    <a:pt x="208280" y="340360"/>
                    <a:pt x="208280" y="340360"/>
                    <a:pt x="208280" y="340360"/>
                  </a:cubicBezTo>
                  <a:cubicBezTo>
                    <a:pt x="208280" y="340360"/>
                    <a:pt x="227330" y="340360"/>
                    <a:pt x="227330" y="340360"/>
                  </a:cubicBezTo>
                  <a:cubicBezTo>
                    <a:pt x="227330" y="339090"/>
                    <a:pt x="209550" y="332740"/>
                    <a:pt x="205740" y="334010"/>
                  </a:cubicBezTo>
                  <a:cubicBezTo>
                    <a:pt x="204470" y="335280"/>
                    <a:pt x="203200" y="340360"/>
                    <a:pt x="203200" y="340360"/>
                  </a:cubicBezTo>
                  <a:moveTo>
                    <a:pt x="984250" y="337820"/>
                  </a:moveTo>
                  <a:cubicBezTo>
                    <a:pt x="986790" y="340360"/>
                    <a:pt x="986790" y="340360"/>
                    <a:pt x="986790" y="340360"/>
                  </a:cubicBezTo>
                  <a:cubicBezTo>
                    <a:pt x="986790" y="341630"/>
                    <a:pt x="989330" y="346710"/>
                    <a:pt x="991870" y="350520"/>
                  </a:cubicBezTo>
                  <a:cubicBezTo>
                    <a:pt x="993140" y="353060"/>
                    <a:pt x="995680" y="359410"/>
                    <a:pt x="995680" y="359410"/>
                  </a:cubicBezTo>
                  <a:cubicBezTo>
                    <a:pt x="995680" y="360680"/>
                    <a:pt x="995680" y="360680"/>
                    <a:pt x="995680" y="360680"/>
                  </a:cubicBezTo>
                  <a:cubicBezTo>
                    <a:pt x="995680" y="360680"/>
                    <a:pt x="995680" y="364490"/>
                    <a:pt x="996950" y="365760"/>
                  </a:cubicBezTo>
                  <a:cubicBezTo>
                    <a:pt x="998220" y="365760"/>
                    <a:pt x="998220" y="365760"/>
                    <a:pt x="999490" y="365760"/>
                  </a:cubicBezTo>
                  <a:cubicBezTo>
                    <a:pt x="1009650" y="365760"/>
                    <a:pt x="1069340" y="360680"/>
                    <a:pt x="1106170" y="356870"/>
                  </a:cubicBezTo>
                  <a:cubicBezTo>
                    <a:pt x="1144270" y="351790"/>
                    <a:pt x="1205230" y="341630"/>
                    <a:pt x="1223010" y="339090"/>
                  </a:cubicBezTo>
                  <a:cubicBezTo>
                    <a:pt x="1228090" y="339090"/>
                    <a:pt x="1231900" y="339090"/>
                    <a:pt x="1233170" y="337820"/>
                  </a:cubicBezTo>
                  <a:cubicBezTo>
                    <a:pt x="1234440" y="337820"/>
                    <a:pt x="1235710" y="335280"/>
                    <a:pt x="1235710" y="334010"/>
                  </a:cubicBezTo>
                  <a:cubicBezTo>
                    <a:pt x="1235710" y="334010"/>
                    <a:pt x="1234440" y="334010"/>
                    <a:pt x="1234440" y="334010"/>
                  </a:cubicBezTo>
                  <a:cubicBezTo>
                    <a:pt x="1231900" y="334010"/>
                    <a:pt x="1220470" y="334010"/>
                    <a:pt x="1216660" y="334010"/>
                  </a:cubicBezTo>
                  <a:cubicBezTo>
                    <a:pt x="1214120" y="335280"/>
                    <a:pt x="1211580" y="335280"/>
                    <a:pt x="1211580" y="335280"/>
                  </a:cubicBezTo>
                  <a:cubicBezTo>
                    <a:pt x="1211580" y="336550"/>
                    <a:pt x="1205230" y="336550"/>
                    <a:pt x="1201420" y="336550"/>
                  </a:cubicBezTo>
                  <a:cubicBezTo>
                    <a:pt x="1197610" y="337820"/>
                    <a:pt x="1191260" y="337820"/>
                    <a:pt x="1189990" y="337820"/>
                  </a:cubicBezTo>
                  <a:cubicBezTo>
                    <a:pt x="1189990" y="337820"/>
                    <a:pt x="1123950" y="337820"/>
                    <a:pt x="1093470" y="337820"/>
                  </a:cubicBezTo>
                  <a:cubicBezTo>
                    <a:pt x="1065530" y="337820"/>
                    <a:pt x="1036320" y="337820"/>
                    <a:pt x="1016000" y="337820"/>
                  </a:cubicBezTo>
                  <a:cubicBezTo>
                    <a:pt x="1003300" y="337820"/>
                    <a:pt x="984250" y="337820"/>
                    <a:pt x="984250" y="337820"/>
                  </a:cubicBezTo>
                  <a:moveTo>
                    <a:pt x="1315720" y="742950"/>
                  </a:moveTo>
                  <a:cubicBezTo>
                    <a:pt x="1327150" y="791210"/>
                    <a:pt x="1361440" y="805180"/>
                    <a:pt x="1385570" y="814070"/>
                  </a:cubicBezTo>
                  <a:cubicBezTo>
                    <a:pt x="1407160" y="822960"/>
                    <a:pt x="1449070" y="839470"/>
                    <a:pt x="1455420" y="831850"/>
                  </a:cubicBezTo>
                  <a:cubicBezTo>
                    <a:pt x="1460500" y="824230"/>
                    <a:pt x="1409700" y="773430"/>
                    <a:pt x="1403350" y="753110"/>
                  </a:cubicBezTo>
                  <a:cubicBezTo>
                    <a:pt x="1400810" y="744220"/>
                    <a:pt x="1407160" y="732790"/>
                    <a:pt x="1404620" y="730250"/>
                  </a:cubicBezTo>
                  <a:cubicBezTo>
                    <a:pt x="1402080" y="727710"/>
                    <a:pt x="1399540" y="730250"/>
                    <a:pt x="1395730" y="730250"/>
                  </a:cubicBezTo>
                  <a:cubicBezTo>
                    <a:pt x="1381760" y="731520"/>
                    <a:pt x="1315720" y="742950"/>
                    <a:pt x="1315720" y="742950"/>
                  </a:cubicBezTo>
                  <a:moveTo>
                    <a:pt x="1413510" y="508000"/>
                  </a:moveTo>
                  <a:cubicBezTo>
                    <a:pt x="1423670" y="510540"/>
                    <a:pt x="1459230" y="520700"/>
                    <a:pt x="1468120" y="515620"/>
                  </a:cubicBezTo>
                  <a:cubicBezTo>
                    <a:pt x="1473200" y="511810"/>
                    <a:pt x="1477010" y="497840"/>
                    <a:pt x="1474470" y="495300"/>
                  </a:cubicBezTo>
                  <a:cubicBezTo>
                    <a:pt x="1473200" y="494030"/>
                    <a:pt x="1470660" y="495300"/>
                    <a:pt x="1468120" y="496570"/>
                  </a:cubicBezTo>
                  <a:cubicBezTo>
                    <a:pt x="1457960" y="497840"/>
                    <a:pt x="1413510" y="508000"/>
                    <a:pt x="1413510" y="508000"/>
                  </a:cubicBezTo>
                  <a:moveTo>
                    <a:pt x="1590040" y="716280"/>
                  </a:moveTo>
                  <a:cubicBezTo>
                    <a:pt x="1645920" y="777240"/>
                    <a:pt x="1682750" y="778510"/>
                    <a:pt x="1690370" y="773430"/>
                  </a:cubicBezTo>
                  <a:cubicBezTo>
                    <a:pt x="1694180" y="770890"/>
                    <a:pt x="1691640" y="765810"/>
                    <a:pt x="1692910" y="762000"/>
                  </a:cubicBezTo>
                  <a:cubicBezTo>
                    <a:pt x="1694180" y="754380"/>
                    <a:pt x="1700530" y="731520"/>
                    <a:pt x="1699260" y="728980"/>
                  </a:cubicBezTo>
                  <a:cubicBezTo>
                    <a:pt x="1699260" y="728980"/>
                    <a:pt x="1699260" y="728980"/>
                    <a:pt x="1697990" y="728980"/>
                  </a:cubicBezTo>
                  <a:cubicBezTo>
                    <a:pt x="1694180" y="728980"/>
                    <a:pt x="1663700" y="726440"/>
                    <a:pt x="1647190" y="723900"/>
                  </a:cubicBezTo>
                  <a:cubicBezTo>
                    <a:pt x="1634490" y="722630"/>
                    <a:pt x="1621790" y="720090"/>
                    <a:pt x="1611630" y="718820"/>
                  </a:cubicBezTo>
                  <a:cubicBezTo>
                    <a:pt x="1604010" y="717550"/>
                    <a:pt x="1590040" y="716280"/>
                    <a:pt x="1590040" y="716280"/>
                  </a:cubicBezTo>
                  <a:moveTo>
                    <a:pt x="1635760" y="544830"/>
                  </a:moveTo>
                  <a:cubicBezTo>
                    <a:pt x="1720850" y="562610"/>
                    <a:pt x="1722120" y="562610"/>
                    <a:pt x="1725930" y="563880"/>
                  </a:cubicBezTo>
                  <a:cubicBezTo>
                    <a:pt x="1729740" y="563880"/>
                    <a:pt x="1736090" y="565150"/>
                    <a:pt x="1736090" y="565150"/>
                  </a:cubicBezTo>
                  <a:cubicBezTo>
                    <a:pt x="1736090" y="565150"/>
                    <a:pt x="1739900" y="570230"/>
                    <a:pt x="1742440" y="568960"/>
                  </a:cubicBezTo>
                  <a:cubicBezTo>
                    <a:pt x="1746250" y="567690"/>
                    <a:pt x="1747520" y="554990"/>
                    <a:pt x="1750060" y="544830"/>
                  </a:cubicBezTo>
                  <a:cubicBezTo>
                    <a:pt x="1756410" y="525780"/>
                    <a:pt x="1761490" y="492760"/>
                    <a:pt x="1771650" y="466090"/>
                  </a:cubicBezTo>
                  <a:cubicBezTo>
                    <a:pt x="1783080" y="435610"/>
                    <a:pt x="1804670" y="405130"/>
                    <a:pt x="1818640" y="375920"/>
                  </a:cubicBezTo>
                  <a:cubicBezTo>
                    <a:pt x="1831340" y="347980"/>
                    <a:pt x="1860550" y="306070"/>
                    <a:pt x="1851660" y="293370"/>
                  </a:cubicBezTo>
                  <a:cubicBezTo>
                    <a:pt x="1842770" y="280670"/>
                    <a:pt x="1794510" y="292100"/>
                    <a:pt x="1771650" y="292100"/>
                  </a:cubicBezTo>
                  <a:cubicBezTo>
                    <a:pt x="1755140" y="292100"/>
                    <a:pt x="1737360" y="284480"/>
                    <a:pt x="1727200" y="292100"/>
                  </a:cubicBezTo>
                  <a:cubicBezTo>
                    <a:pt x="1715770" y="302260"/>
                    <a:pt x="1722120" y="332740"/>
                    <a:pt x="1714500" y="353060"/>
                  </a:cubicBezTo>
                  <a:cubicBezTo>
                    <a:pt x="1706880" y="375920"/>
                    <a:pt x="1686560" y="394970"/>
                    <a:pt x="1676400" y="419100"/>
                  </a:cubicBezTo>
                  <a:cubicBezTo>
                    <a:pt x="1666240" y="444500"/>
                    <a:pt x="1662430" y="480060"/>
                    <a:pt x="1654810" y="502920"/>
                  </a:cubicBezTo>
                  <a:cubicBezTo>
                    <a:pt x="1648460" y="519430"/>
                    <a:pt x="1635760" y="544830"/>
                    <a:pt x="1635760" y="544830"/>
                  </a:cubicBezTo>
                </a:path>
              </a:pathLst>
            </a:custGeom>
            <a:solidFill>
              <a:srgbClr val="FFFFFF"/>
            </a:solidFill>
            <a:ln cap="sq">
              <a:noFill/>
              <a:prstDash val="solid"/>
              <a:miter/>
            </a:ln>
          </p:spPr>
        </p:sp>
      </p:grpSp>
      <p:grpSp>
        <p:nvGrpSpPr>
          <p:cNvPr id="20" name="Group 20"/>
          <p:cNvGrpSpPr/>
          <p:nvPr/>
        </p:nvGrpSpPr>
        <p:grpSpPr>
          <a:xfrm>
            <a:off x="10684193" y="-224790"/>
            <a:ext cx="1482090" cy="791528"/>
            <a:chOff x="0" y="0"/>
            <a:chExt cx="1976120" cy="1055370"/>
          </a:xfrm>
        </p:grpSpPr>
        <p:sp>
          <p:nvSpPr>
            <p:cNvPr id="21" name="Freeform 21"/>
            <p:cNvSpPr/>
            <p:nvPr/>
          </p:nvSpPr>
          <p:spPr>
            <a:xfrm>
              <a:off x="43180" y="46990"/>
              <a:ext cx="1883410" cy="947420"/>
            </a:xfrm>
            <a:custGeom>
              <a:avLst/>
              <a:gdLst/>
              <a:ahLst/>
              <a:cxnLst/>
              <a:rect l="l" t="t" r="r" b="b"/>
              <a:pathLst>
                <a:path w="1883410" h="947420">
                  <a:moveTo>
                    <a:pt x="1803400" y="946150"/>
                  </a:moveTo>
                  <a:cubicBezTo>
                    <a:pt x="328930" y="947420"/>
                    <a:pt x="316230" y="933450"/>
                    <a:pt x="276860" y="915670"/>
                  </a:cubicBezTo>
                  <a:cubicBezTo>
                    <a:pt x="232410" y="894080"/>
                    <a:pt x="171450" y="861060"/>
                    <a:pt x="134620" y="833120"/>
                  </a:cubicBezTo>
                  <a:cubicBezTo>
                    <a:pt x="106680" y="811530"/>
                    <a:pt x="86360" y="791210"/>
                    <a:pt x="68580" y="768350"/>
                  </a:cubicBezTo>
                  <a:cubicBezTo>
                    <a:pt x="52070" y="745490"/>
                    <a:pt x="39370" y="721360"/>
                    <a:pt x="29210" y="695960"/>
                  </a:cubicBezTo>
                  <a:cubicBezTo>
                    <a:pt x="19050" y="669290"/>
                    <a:pt x="11430" y="645160"/>
                    <a:pt x="7620" y="608330"/>
                  </a:cubicBezTo>
                  <a:cubicBezTo>
                    <a:pt x="0" y="547370"/>
                    <a:pt x="1270" y="445770"/>
                    <a:pt x="7620" y="360680"/>
                  </a:cubicBezTo>
                  <a:cubicBezTo>
                    <a:pt x="15240" y="267970"/>
                    <a:pt x="29210" y="128270"/>
                    <a:pt x="48260" y="72390"/>
                  </a:cubicBezTo>
                  <a:cubicBezTo>
                    <a:pt x="57150" y="48260"/>
                    <a:pt x="64770" y="35560"/>
                    <a:pt x="78740" y="24130"/>
                  </a:cubicBezTo>
                  <a:cubicBezTo>
                    <a:pt x="93980" y="12700"/>
                    <a:pt x="114300" y="2540"/>
                    <a:pt x="133350" y="3810"/>
                  </a:cubicBezTo>
                  <a:cubicBezTo>
                    <a:pt x="156210" y="5080"/>
                    <a:pt x="194310" y="22860"/>
                    <a:pt x="209550" y="40640"/>
                  </a:cubicBezTo>
                  <a:cubicBezTo>
                    <a:pt x="222250" y="55880"/>
                    <a:pt x="227330" y="77470"/>
                    <a:pt x="226060" y="95250"/>
                  </a:cubicBezTo>
                  <a:cubicBezTo>
                    <a:pt x="226060" y="114300"/>
                    <a:pt x="219710" y="135890"/>
                    <a:pt x="207010" y="149860"/>
                  </a:cubicBezTo>
                  <a:cubicBezTo>
                    <a:pt x="190500" y="166370"/>
                    <a:pt x="153670" y="184150"/>
                    <a:pt x="129540" y="184150"/>
                  </a:cubicBezTo>
                  <a:cubicBezTo>
                    <a:pt x="110490" y="184150"/>
                    <a:pt x="90170" y="173990"/>
                    <a:pt x="76200" y="161290"/>
                  </a:cubicBezTo>
                  <a:cubicBezTo>
                    <a:pt x="63500" y="149860"/>
                    <a:pt x="52070" y="129540"/>
                    <a:pt x="48260" y="111760"/>
                  </a:cubicBezTo>
                  <a:cubicBezTo>
                    <a:pt x="44450" y="93980"/>
                    <a:pt x="45720" y="71120"/>
                    <a:pt x="55880" y="54610"/>
                  </a:cubicBezTo>
                  <a:cubicBezTo>
                    <a:pt x="67310" y="34290"/>
                    <a:pt x="100330" y="10160"/>
                    <a:pt x="123190" y="5080"/>
                  </a:cubicBezTo>
                  <a:cubicBezTo>
                    <a:pt x="142240" y="0"/>
                    <a:pt x="163830" y="6350"/>
                    <a:pt x="180340" y="15240"/>
                  </a:cubicBezTo>
                  <a:cubicBezTo>
                    <a:pt x="195580" y="24130"/>
                    <a:pt x="210820" y="33020"/>
                    <a:pt x="218440" y="57150"/>
                  </a:cubicBezTo>
                  <a:cubicBezTo>
                    <a:pt x="242570" y="125730"/>
                    <a:pt x="203200" y="415290"/>
                    <a:pt x="186690" y="505460"/>
                  </a:cubicBezTo>
                  <a:cubicBezTo>
                    <a:pt x="180340" y="544830"/>
                    <a:pt x="160020" y="562610"/>
                    <a:pt x="162560" y="590550"/>
                  </a:cubicBezTo>
                  <a:cubicBezTo>
                    <a:pt x="165100" y="617220"/>
                    <a:pt x="181610" y="647700"/>
                    <a:pt x="201930" y="670560"/>
                  </a:cubicBezTo>
                  <a:cubicBezTo>
                    <a:pt x="224790" y="694690"/>
                    <a:pt x="264160" y="709930"/>
                    <a:pt x="295910" y="727710"/>
                  </a:cubicBezTo>
                  <a:cubicBezTo>
                    <a:pt x="327660" y="745490"/>
                    <a:pt x="336550" y="765810"/>
                    <a:pt x="388620" y="778510"/>
                  </a:cubicBezTo>
                  <a:cubicBezTo>
                    <a:pt x="580390" y="829310"/>
                    <a:pt x="1678940" y="746760"/>
                    <a:pt x="1822450" y="792480"/>
                  </a:cubicBezTo>
                  <a:cubicBezTo>
                    <a:pt x="1850390" y="801370"/>
                    <a:pt x="1858010" y="808990"/>
                    <a:pt x="1868170" y="822960"/>
                  </a:cubicBezTo>
                  <a:cubicBezTo>
                    <a:pt x="1878330" y="838200"/>
                    <a:pt x="1883410" y="859790"/>
                    <a:pt x="1882140" y="877570"/>
                  </a:cubicBezTo>
                  <a:cubicBezTo>
                    <a:pt x="1879600" y="895350"/>
                    <a:pt x="1868170" y="915670"/>
                    <a:pt x="1855470" y="927100"/>
                  </a:cubicBezTo>
                  <a:cubicBezTo>
                    <a:pt x="1842770" y="938530"/>
                    <a:pt x="1803400" y="946150"/>
                    <a:pt x="1803400" y="946150"/>
                  </a:cubicBezTo>
                </a:path>
              </a:pathLst>
            </a:custGeom>
            <a:solidFill>
              <a:srgbClr val="FFFFFF"/>
            </a:solidFill>
            <a:ln cap="sq">
              <a:noFill/>
              <a:prstDash val="solid"/>
              <a:miter/>
            </a:ln>
          </p:spPr>
        </p:sp>
      </p:grpSp>
      <p:grpSp>
        <p:nvGrpSpPr>
          <p:cNvPr id="22" name="Group 22"/>
          <p:cNvGrpSpPr/>
          <p:nvPr/>
        </p:nvGrpSpPr>
        <p:grpSpPr>
          <a:xfrm>
            <a:off x="10780395" y="50482"/>
            <a:ext cx="269558" cy="308610"/>
            <a:chOff x="0" y="0"/>
            <a:chExt cx="359410" cy="411480"/>
          </a:xfrm>
        </p:grpSpPr>
        <p:sp>
          <p:nvSpPr>
            <p:cNvPr id="23" name="Freeform 23"/>
            <p:cNvSpPr/>
            <p:nvPr/>
          </p:nvSpPr>
          <p:spPr>
            <a:xfrm>
              <a:off x="50800" y="50800"/>
              <a:ext cx="259080" cy="312420"/>
            </a:xfrm>
            <a:custGeom>
              <a:avLst/>
              <a:gdLst/>
              <a:ahLst/>
              <a:cxnLst/>
              <a:rect l="l" t="t" r="r" b="b"/>
              <a:pathLst>
                <a:path w="259080" h="312420">
                  <a:moveTo>
                    <a:pt x="0" y="208280"/>
                  </a:moveTo>
                  <a:cubicBezTo>
                    <a:pt x="48260" y="111760"/>
                    <a:pt x="78740" y="86360"/>
                    <a:pt x="93980" y="68580"/>
                  </a:cubicBezTo>
                  <a:cubicBezTo>
                    <a:pt x="102870" y="55880"/>
                    <a:pt x="109220" y="44450"/>
                    <a:pt x="115570" y="35560"/>
                  </a:cubicBezTo>
                  <a:cubicBezTo>
                    <a:pt x="119380" y="30480"/>
                    <a:pt x="123190" y="25400"/>
                    <a:pt x="127000" y="21590"/>
                  </a:cubicBezTo>
                  <a:cubicBezTo>
                    <a:pt x="132080" y="16510"/>
                    <a:pt x="137160" y="12700"/>
                    <a:pt x="142240" y="10160"/>
                  </a:cubicBezTo>
                  <a:cubicBezTo>
                    <a:pt x="147320" y="7620"/>
                    <a:pt x="153670" y="5080"/>
                    <a:pt x="160020" y="2540"/>
                  </a:cubicBezTo>
                  <a:cubicBezTo>
                    <a:pt x="166370" y="1270"/>
                    <a:pt x="172720" y="0"/>
                    <a:pt x="177800" y="0"/>
                  </a:cubicBezTo>
                  <a:cubicBezTo>
                    <a:pt x="184150" y="0"/>
                    <a:pt x="190500" y="1270"/>
                    <a:pt x="196850" y="2540"/>
                  </a:cubicBezTo>
                  <a:cubicBezTo>
                    <a:pt x="203200" y="3810"/>
                    <a:pt x="209550" y="5080"/>
                    <a:pt x="214630" y="7620"/>
                  </a:cubicBezTo>
                  <a:cubicBezTo>
                    <a:pt x="220980" y="11430"/>
                    <a:pt x="226060" y="13970"/>
                    <a:pt x="231140" y="17780"/>
                  </a:cubicBezTo>
                  <a:cubicBezTo>
                    <a:pt x="234950" y="22860"/>
                    <a:pt x="240030" y="26670"/>
                    <a:pt x="243840" y="31750"/>
                  </a:cubicBezTo>
                  <a:cubicBezTo>
                    <a:pt x="247650" y="36830"/>
                    <a:pt x="250190" y="43180"/>
                    <a:pt x="252730" y="48260"/>
                  </a:cubicBezTo>
                  <a:cubicBezTo>
                    <a:pt x="255270" y="54610"/>
                    <a:pt x="256540" y="59690"/>
                    <a:pt x="257810" y="66040"/>
                  </a:cubicBezTo>
                  <a:cubicBezTo>
                    <a:pt x="259080" y="72390"/>
                    <a:pt x="259080" y="78740"/>
                    <a:pt x="257810" y="85090"/>
                  </a:cubicBezTo>
                  <a:cubicBezTo>
                    <a:pt x="257810" y="91440"/>
                    <a:pt x="256540" y="97790"/>
                    <a:pt x="254000" y="104140"/>
                  </a:cubicBezTo>
                  <a:cubicBezTo>
                    <a:pt x="252730" y="109220"/>
                    <a:pt x="246380" y="120650"/>
                    <a:pt x="246380" y="120650"/>
                  </a:cubicBezTo>
                  <a:cubicBezTo>
                    <a:pt x="246380" y="120650"/>
                    <a:pt x="229870" y="137160"/>
                    <a:pt x="228600" y="147320"/>
                  </a:cubicBezTo>
                  <a:cubicBezTo>
                    <a:pt x="227330" y="160020"/>
                    <a:pt x="243840" y="173990"/>
                    <a:pt x="241300" y="190500"/>
                  </a:cubicBezTo>
                  <a:cubicBezTo>
                    <a:pt x="238760" y="214630"/>
                    <a:pt x="212090" y="255270"/>
                    <a:pt x="189230" y="275590"/>
                  </a:cubicBezTo>
                  <a:cubicBezTo>
                    <a:pt x="168910" y="293370"/>
                    <a:pt x="140970" y="306070"/>
                    <a:pt x="115570" y="308610"/>
                  </a:cubicBezTo>
                  <a:cubicBezTo>
                    <a:pt x="90170" y="312420"/>
                    <a:pt x="54610" y="308610"/>
                    <a:pt x="35560" y="292100"/>
                  </a:cubicBezTo>
                  <a:cubicBezTo>
                    <a:pt x="15240" y="275590"/>
                    <a:pt x="0" y="208280"/>
                    <a:pt x="0" y="208280"/>
                  </a:cubicBezTo>
                  <a:moveTo>
                    <a:pt x="59690" y="143510"/>
                  </a:moveTo>
                  <a:cubicBezTo>
                    <a:pt x="59690" y="140970"/>
                    <a:pt x="59690" y="139700"/>
                    <a:pt x="59690" y="139700"/>
                  </a:cubicBezTo>
                  <a:cubicBezTo>
                    <a:pt x="59690" y="139700"/>
                    <a:pt x="59690" y="143510"/>
                    <a:pt x="59690" y="143510"/>
                  </a:cubicBezTo>
                </a:path>
              </a:pathLst>
            </a:custGeom>
            <a:solidFill>
              <a:srgbClr val="FFFFFF"/>
            </a:solidFill>
            <a:ln cap="sq">
              <a:noFill/>
              <a:prstDash val="solid"/>
              <a:miter/>
            </a:ln>
          </p:spPr>
        </p:sp>
      </p:grpSp>
      <p:grpSp>
        <p:nvGrpSpPr>
          <p:cNvPr id="24" name="Group 24"/>
          <p:cNvGrpSpPr/>
          <p:nvPr/>
        </p:nvGrpSpPr>
        <p:grpSpPr>
          <a:xfrm>
            <a:off x="11911012" y="109538"/>
            <a:ext cx="226695" cy="260033"/>
            <a:chOff x="0" y="0"/>
            <a:chExt cx="302260" cy="346710"/>
          </a:xfrm>
        </p:grpSpPr>
        <p:sp>
          <p:nvSpPr>
            <p:cNvPr id="25" name="Freeform 25"/>
            <p:cNvSpPr/>
            <p:nvPr/>
          </p:nvSpPr>
          <p:spPr>
            <a:xfrm>
              <a:off x="38100" y="46990"/>
              <a:ext cx="215900" cy="248920"/>
            </a:xfrm>
            <a:custGeom>
              <a:avLst/>
              <a:gdLst/>
              <a:ahLst/>
              <a:cxnLst/>
              <a:rect l="l" t="t" r="r" b="b"/>
              <a:pathLst>
                <a:path w="215900" h="248920">
                  <a:moveTo>
                    <a:pt x="203200" y="146050"/>
                  </a:moveTo>
                  <a:cubicBezTo>
                    <a:pt x="163830" y="196850"/>
                    <a:pt x="106680" y="236220"/>
                    <a:pt x="77470" y="231140"/>
                  </a:cubicBezTo>
                  <a:cubicBezTo>
                    <a:pt x="50800" y="226060"/>
                    <a:pt x="22860" y="193040"/>
                    <a:pt x="12700" y="166370"/>
                  </a:cubicBezTo>
                  <a:cubicBezTo>
                    <a:pt x="0" y="137160"/>
                    <a:pt x="5080" y="85090"/>
                    <a:pt x="15240" y="57150"/>
                  </a:cubicBezTo>
                  <a:cubicBezTo>
                    <a:pt x="22860" y="38100"/>
                    <a:pt x="35560" y="21590"/>
                    <a:pt x="50800" y="12700"/>
                  </a:cubicBezTo>
                  <a:cubicBezTo>
                    <a:pt x="66040" y="3810"/>
                    <a:pt x="90170" y="0"/>
                    <a:pt x="107950" y="3810"/>
                  </a:cubicBezTo>
                  <a:cubicBezTo>
                    <a:pt x="125730" y="6350"/>
                    <a:pt x="146050" y="21590"/>
                    <a:pt x="156210" y="34290"/>
                  </a:cubicBezTo>
                  <a:cubicBezTo>
                    <a:pt x="165100" y="44450"/>
                    <a:pt x="167640" y="54610"/>
                    <a:pt x="171450" y="69850"/>
                  </a:cubicBezTo>
                  <a:cubicBezTo>
                    <a:pt x="177800" y="95250"/>
                    <a:pt x="185420" y="144780"/>
                    <a:pt x="177800" y="173990"/>
                  </a:cubicBezTo>
                  <a:cubicBezTo>
                    <a:pt x="170180" y="199390"/>
                    <a:pt x="154940" y="227330"/>
                    <a:pt x="134620" y="238760"/>
                  </a:cubicBezTo>
                  <a:cubicBezTo>
                    <a:pt x="114300" y="248920"/>
                    <a:pt x="77470" y="248920"/>
                    <a:pt x="58420" y="238760"/>
                  </a:cubicBezTo>
                  <a:cubicBezTo>
                    <a:pt x="38100" y="228600"/>
                    <a:pt x="16510" y="198120"/>
                    <a:pt x="13970" y="175260"/>
                  </a:cubicBezTo>
                  <a:cubicBezTo>
                    <a:pt x="11430" y="152400"/>
                    <a:pt x="25400" y="118110"/>
                    <a:pt x="43180" y="104140"/>
                  </a:cubicBezTo>
                  <a:cubicBezTo>
                    <a:pt x="59690" y="88900"/>
                    <a:pt x="95250" y="81280"/>
                    <a:pt x="116840" y="87630"/>
                  </a:cubicBezTo>
                  <a:cubicBezTo>
                    <a:pt x="139700" y="92710"/>
                    <a:pt x="165100" y="120650"/>
                    <a:pt x="173990" y="139700"/>
                  </a:cubicBezTo>
                  <a:cubicBezTo>
                    <a:pt x="180340" y="156210"/>
                    <a:pt x="179070" y="176530"/>
                    <a:pt x="173990" y="191770"/>
                  </a:cubicBezTo>
                  <a:cubicBezTo>
                    <a:pt x="168910" y="207010"/>
                    <a:pt x="156210" y="224790"/>
                    <a:pt x="142240" y="233680"/>
                  </a:cubicBezTo>
                  <a:cubicBezTo>
                    <a:pt x="128270" y="242570"/>
                    <a:pt x="107950" y="248920"/>
                    <a:pt x="91440" y="247650"/>
                  </a:cubicBezTo>
                  <a:cubicBezTo>
                    <a:pt x="74930" y="247650"/>
                    <a:pt x="55880" y="240030"/>
                    <a:pt x="43180" y="228600"/>
                  </a:cubicBezTo>
                  <a:cubicBezTo>
                    <a:pt x="30480" y="218440"/>
                    <a:pt x="21590" y="204470"/>
                    <a:pt x="16510" y="184150"/>
                  </a:cubicBezTo>
                  <a:cubicBezTo>
                    <a:pt x="7620" y="151130"/>
                    <a:pt x="7620" y="69850"/>
                    <a:pt x="22860" y="39370"/>
                  </a:cubicBezTo>
                  <a:cubicBezTo>
                    <a:pt x="33020" y="21590"/>
                    <a:pt x="52070" y="10160"/>
                    <a:pt x="68580" y="5080"/>
                  </a:cubicBezTo>
                  <a:cubicBezTo>
                    <a:pt x="86360" y="0"/>
                    <a:pt x="110490" y="2540"/>
                    <a:pt x="125730" y="10160"/>
                  </a:cubicBezTo>
                  <a:cubicBezTo>
                    <a:pt x="142240" y="16510"/>
                    <a:pt x="158750" y="34290"/>
                    <a:pt x="166370" y="50800"/>
                  </a:cubicBezTo>
                  <a:cubicBezTo>
                    <a:pt x="173990" y="67310"/>
                    <a:pt x="179070" y="97790"/>
                    <a:pt x="168910" y="107950"/>
                  </a:cubicBezTo>
                  <a:cubicBezTo>
                    <a:pt x="153670" y="123190"/>
                    <a:pt x="55880" y="114300"/>
                    <a:pt x="49530" y="99060"/>
                  </a:cubicBezTo>
                  <a:cubicBezTo>
                    <a:pt x="44450" y="87630"/>
                    <a:pt x="74930" y="50800"/>
                    <a:pt x="95250" y="40640"/>
                  </a:cubicBezTo>
                  <a:cubicBezTo>
                    <a:pt x="114300" y="30480"/>
                    <a:pt x="147320" y="26670"/>
                    <a:pt x="166370" y="35560"/>
                  </a:cubicBezTo>
                  <a:cubicBezTo>
                    <a:pt x="186690" y="43180"/>
                    <a:pt x="207010" y="71120"/>
                    <a:pt x="212090" y="91440"/>
                  </a:cubicBezTo>
                  <a:cubicBezTo>
                    <a:pt x="215900" y="109220"/>
                    <a:pt x="201930" y="146050"/>
                    <a:pt x="201930" y="146050"/>
                  </a:cubicBezTo>
                </a:path>
              </a:pathLst>
            </a:custGeom>
            <a:solidFill>
              <a:srgbClr val="FFFFFF"/>
            </a:solidFill>
            <a:ln cap="sq">
              <a:noFill/>
              <a:prstDash val="solid"/>
              <a:miter/>
            </a:ln>
          </p:spPr>
        </p:sp>
      </p:grpSp>
      <p:grpSp>
        <p:nvGrpSpPr>
          <p:cNvPr id="26" name="Group 26"/>
          <p:cNvGrpSpPr/>
          <p:nvPr/>
        </p:nvGrpSpPr>
        <p:grpSpPr>
          <a:xfrm>
            <a:off x="11210925" y="488632"/>
            <a:ext cx="182880" cy="188595"/>
            <a:chOff x="0" y="0"/>
            <a:chExt cx="243840" cy="251460"/>
          </a:xfrm>
        </p:grpSpPr>
        <p:sp>
          <p:nvSpPr>
            <p:cNvPr id="27" name="Freeform 27"/>
            <p:cNvSpPr/>
            <p:nvPr/>
          </p:nvSpPr>
          <p:spPr>
            <a:xfrm>
              <a:off x="43180" y="46990"/>
              <a:ext cx="149860" cy="154940"/>
            </a:xfrm>
            <a:custGeom>
              <a:avLst/>
              <a:gdLst/>
              <a:ahLst/>
              <a:cxnLst/>
              <a:rect l="l" t="t" r="r" b="b"/>
              <a:pathLst>
                <a:path w="149860" h="154940">
                  <a:moveTo>
                    <a:pt x="149860" y="53340"/>
                  </a:moveTo>
                  <a:cubicBezTo>
                    <a:pt x="129540" y="134620"/>
                    <a:pt x="118110" y="140970"/>
                    <a:pt x="107950" y="146050"/>
                  </a:cubicBezTo>
                  <a:cubicBezTo>
                    <a:pt x="96520" y="151130"/>
                    <a:pt x="85090" y="154940"/>
                    <a:pt x="72390" y="152400"/>
                  </a:cubicBezTo>
                  <a:cubicBezTo>
                    <a:pt x="53340" y="148590"/>
                    <a:pt x="21590" y="133350"/>
                    <a:pt x="11430" y="115570"/>
                  </a:cubicBezTo>
                  <a:cubicBezTo>
                    <a:pt x="0" y="97790"/>
                    <a:pt x="1270" y="62230"/>
                    <a:pt x="7620" y="44450"/>
                  </a:cubicBezTo>
                  <a:cubicBezTo>
                    <a:pt x="11430" y="33020"/>
                    <a:pt x="17780" y="22860"/>
                    <a:pt x="29210" y="16510"/>
                  </a:cubicBezTo>
                  <a:cubicBezTo>
                    <a:pt x="45720" y="6350"/>
                    <a:pt x="81280" y="0"/>
                    <a:pt x="99060" y="3810"/>
                  </a:cubicBezTo>
                  <a:cubicBezTo>
                    <a:pt x="111760" y="6350"/>
                    <a:pt x="130810" y="22860"/>
                    <a:pt x="130810" y="22860"/>
                  </a:cubicBezTo>
                </a:path>
              </a:pathLst>
            </a:custGeom>
            <a:solidFill>
              <a:srgbClr val="FFFFFF"/>
            </a:solidFill>
            <a:ln cap="sq">
              <a:noFill/>
              <a:prstDash val="solid"/>
              <a:miter/>
            </a:ln>
          </p:spPr>
        </p:sp>
      </p:grpSp>
      <p:grpSp>
        <p:nvGrpSpPr>
          <p:cNvPr id="28" name="Group 28"/>
          <p:cNvGrpSpPr/>
          <p:nvPr/>
        </p:nvGrpSpPr>
        <p:grpSpPr>
          <a:xfrm>
            <a:off x="11205210" y="388620"/>
            <a:ext cx="182880" cy="188595"/>
            <a:chOff x="0" y="0"/>
            <a:chExt cx="243840" cy="251460"/>
          </a:xfrm>
        </p:grpSpPr>
        <p:sp>
          <p:nvSpPr>
            <p:cNvPr id="29" name="Freeform 29"/>
            <p:cNvSpPr/>
            <p:nvPr/>
          </p:nvSpPr>
          <p:spPr>
            <a:xfrm>
              <a:off x="44450" y="46990"/>
              <a:ext cx="148590" cy="154940"/>
            </a:xfrm>
            <a:custGeom>
              <a:avLst/>
              <a:gdLst/>
              <a:ahLst/>
              <a:cxnLst/>
              <a:rect l="l" t="t" r="r" b="b"/>
              <a:pathLst>
                <a:path w="148590" h="154940">
                  <a:moveTo>
                    <a:pt x="148590" y="54610"/>
                  </a:moveTo>
                  <a:cubicBezTo>
                    <a:pt x="129540" y="134620"/>
                    <a:pt x="118110" y="140970"/>
                    <a:pt x="107950" y="146050"/>
                  </a:cubicBezTo>
                  <a:cubicBezTo>
                    <a:pt x="96520" y="151130"/>
                    <a:pt x="85090" y="154940"/>
                    <a:pt x="71120" y="152400"/>
                  </a:cubicBezTo>
                  <a:cubicBezTo>
                    <a:pt x="53340" y="149860"/>
                    <a:pt x="21590" y="133350"/>
                    <a:pt x="11430" y="115570"/>
                  </a:cubicBezTo>
                  <a:cubicBezTo>
                    <a:pt x="0" y="97790"/>
                    <a:pt x="1270" y="63500"/>
                    <a:pt x="6350" y="45720"/>
                  </a:cubicBezTo>
                  <a:cubicBezTo>
                    <a:pt x="10160" y="33020"/>
                    <a:pt x="17780" y="24130"/>
                    <a:pt x="29210" y="16510"/>
                  </a:cubicBezTo>
                  <a:cubicBezTo>
                    <a:pt x="44450" y="7620"/>
                    <a:pt x="81280" y="0"/>
                    <a:pt x="99060" y="3810"/>
                  </a:cubicBezTo>
                  <a:cubicBezTo>
                    <a:pt x="111760" y="6350"/>
                    <a:pt x="129540" y="22860"/>
                    <a:pt x="129540" y="22860"/>
                  </a:cubicBezTo>
                </a:path>
              </a:pathLst>
            </a:custGeom>
            <a:solidFill>
              <a:srgbClr val="FFFFFF"/>
            </a:solidFill>
            <a:ln cap="sq">
              <a:noFill/>
              <a:prstDash val="solid"/>
              <a:miter/>
            </a:ln>
          </p:spPr>
        </p:sp>
      </p:grpSp>
      <p:grpSp>
        <p:nvGrpSpPr>
          <p:cNvPr id="30" name="Group 30"/>
          <p:cNvGrpSpPr/>
          <p:nvPr/>
        </p:nvGrpSpPr>
        <p:grpSpPr>
          <a:xfrm>
            <a:off x="11252835" y="423862"/>
            <a:ext cx="182880" cy="188595"/>
            <a:chOff x="0" y="0"/>
            <a:chExt cx="243840" cy="251460"/>
          </a:xfrm>
        </p:grpSpPr>
        <p:sp>
          <p:nvSpPr>
            <p:cNvPr id="31" name="Freeform 31"/>
            <p:cNvSpPr/>
            <p:nvPr/>
          </p:nvSpPr>
          <p:spPr>
            <a:xfrm>
              <a:off x="44450" y="46990"/>
              <a:ext cx="148590" cy="154940"/>
            </a:xfrm>
            <a:custGeom>
              <a:avLst/>
              <a:gdLst/>
              <a:ahLst/>
              <a:cxnLst/>
              <a:rect l="l" t="t" r="r" b="b"/>
              <a:pathLst>
                <a:path w="148590" h="154940">
                  <a:moveTo>
                    <a:pt x="148590" y="53340"/>
                  </a:moveTo>
                  <a:cubicBezTo>
                    <a:pt x="129540" y="134620"/>
                    <a:pt x="118110" y="140970"/>
                    <a:pt x="106680" y="146050"/>
                  </a:cubicBezTo>
                  <a:cubicBezTo>
                    <a:pt x="96520" y="151130"/>
                    <a:pt x="83820" y="154940"/>
                    <a:pt x="71120" y="152400"/>
                  </a:cubicBezTo>
                  <a:cubicBezTo>
                    <a:pt x="53340" y="148590"/>
                    <a:pt x="21590" y="133350"/>
                    <a:pt x="10160" y="115570"/>
                  </a:cubicBezTo>
                  <a:cubicBezTo>
                    <a:pt x="0" y="97790"/>
                    <a:pt x="1270" y="62230"/>
                    <a:pt x="6350" y="44450"/>
                  </a:cubicBezTo>
                  <a:cubicBezTo>
                    <a:pt x="10160" y="31750"/>
                    <a:pt x="17780" y="22860"/>
                    <a:pt x="29210" y="16510"/>
                  </a:cubicBezTo>
                  <a:cubicBezTo>
                    <a:pt x="44450" y="6350"/>
                    <a:pt x="80010" y="0"/>
                    <a:pt x="99060" y="3810"/>
                  </a:cubicBezTo>
                  <a:cubicBezTo>
                    <a:pt x="111760" y="6350"/>
                    <a:pt x="129540" y="22860"/>
                    <a:pt x="129540" y="22860"/>
                  </a:cubicBezTo>
                </a:path>
              </a:pathLst>
            </a:custGeom>
            <a:solidFill>
              <a:srgbClr val="FFFFFF"/>
            </a:solidFill>
            <a:ln cap="sq">
              <a:noFill/>
              <a:prstDash val="solid"/>
              <a:miter/>
            </a:ln>
          </p:spPr>
        </p:sp>
      </p:grpSp>
      <p:grpSp>
        <p:nvGrpSpPr>
          <p:cNvPr id="32" name="Group 32"/>
          <p:cNvGrpSpPr/>
          <p:nvPr/>
        </p:nvGrpSpPr>
        <p:grpSpPr>
          <a:xfrm>
            <a:off x="11217593" y="411480"/>
            <a:ext cx="182880" cy="188595"/>
            <a:chOff x="0" y="0"/>
            <a:chExt cx="243840" cy="251460"/>
          </a:xfrm>
        </p:grpSpPr>
        <p:sp>
          <p:nvSpPr>
            <p:cNvPr id="33" name="Freeform 33"/>
            <p:cNvSpPr/>
            <p:nvPr/>
          </p:nvSpPr>
          <p:spPr>
            <a:xfrm>
              <a:off x="44450" y="46990"/>
              <a:ext cx="148590" cy="154940"/>
            </a:xfrm>
            <a:custGeom>
              <a:avLst/>
              <a:gdLst/>
              <a:ahLst/>
              <a:cxnLst/>
              <a:rect l="l" t="t" r="r" b="b"/>
              <a:pathLst>
                <a:path w="148590" h="154940">
                  <a:moveTo>
                    <a:pt x="148590" y="53340"/>
                  </a:moveTo>
                  <a:cubicBezTo>
                    <a:pt x="129540" y="134620"/>
                    <a:pt x="118110" y="140970"/>
                    <a:pt x="107950" y="146050"/>
                  </a:cubicBezTo>
                  <a:cubicBezTo>
                    <a:pt x="96520" y="149860"/>
                    <a:pt x="85090" y="154940"/>
                    <a:pt x="71120" y="152400"/>
                  </a:cubicBezTo>
                  <a:cubicBezTo>
                    <a:pt x="53340" y="148590"/>
                    <a:pt x="21590" y="133350"/>
                    <a:pt x="11430" y="115570"/>
                  </a:cubicBezTo>
                  <a:cubicBezTo>
                    <a:pt x="0" y="97790"/>
                    <a:pt x="1270" y="62230"/>
                    <a:pt x="6350" y="44450"/>
                  </a:cubicBezTo>
                  <a:cubicBezTo>
                    <a:pt x="10160" y="31750"/>
                    <a:pt x="17780" y="22860"/>
                    <a:pt x="29210" y="16510"/>
                  </a:cubicBezTo>
                  <a:cubicBezTo>
                    <a:pt x="45720" y="6350"/>
                    <a:pt x="81280" y="0"/>
                    <a:pt x="99060" y="3810"/>
                  </a:cubicBezTo>
                  <a:cubicBezTo>
                    <a:pt x="111760" y="6350"/>
                    <a:pt x="130810" y="22860"/>
                    <a:pt x="130810" y="22860"/>
                  </a:cubicBezTo>
                </a:path>
              </a:pathLst>
            </a:custGeom>
            <a:solidFill>
              <a:srgbClr val="FFFFFF"/>
            </a:solidFill>
            <a:ln cap="sq">
              <a:noFill/>
              <a:prstDash val="solid"/>
              <a:miter/>
            </a:ln>
          </p:spPr>
        </p:sp>
      </p:grpSp>
      <p:grpSp>
        <p:nvGrpSpPr>
          <p:cNvPr id="34" name="Group 34"/>
          <p:cNvGrpSpPr/>
          <p:nvPr/>
        </p:nvGrpSpPr>
        <p:grpSpPr>
          <a:xfrm>
            <a:off x="11265218" y="431482"/>
            <a:ext cx="182880" cy="188595"/>
            <a:chOff x="0" y="0"/>
            <a:chExt cx="243840" cy="251460"/>
          </a:xfrm>
        </p:grpSpPr>
        <p:sp>
          <p:nvSpPr>
            <p:cNvPr id="35" name="Freeform 35"/>
            <p:cNvSpPr/>
            <p:nvPr/>
          </p:nvSpPr>
          <p:spPr>
            <a:xfrm>
              <a:off x="44450" y="46990"/>
              <a:ext cx="148590" cy="154940"/>
            </a:xfrm>
            <a:custGeom>
              <a:avLst/>
              <a:gdLst/>
              <a:ahLst/>
              <a:cxnLst/>
              <a:rect l="l" t="t" r="r" b="b"/>
              <a:pathLst>
                <a:path w="148590" h="154940">
                  <a:moveTo>
                    <a:pt x="148590" y="53340"/>
                  </a:moveTo>
                  <a:cubicBezTo>
                    <a:pt x="129540" y="134620"/>
                    <a:pt x="118110" y="140970"/>
                    <a:pt x="106680" y="146050"/>
                  </a:cubicBezTo>
                  <a:cubicBezTo>
                    <a:pt x="96520" y="149860"/>
                    <a:pt x="83820" y="154940"/>
                    <a:pt x="71120" y="152400"/>
                  </a:cubicBezTo>
                  <a:cubicBezTo>
                    <a:pt x="53340" y="148590"/>
                    <a:pt x="21590" y="133350"/>
                    <a:pt x="10160" y="115570"/>
                  </a:cubicBezTo>
                  <a:cubicBezTo>
                    <a:pt x="0" y="97790"/>
                    <a:pt x="1270" y="62230"/>
                    <a:pt x="6350" y="44450"/>
                  </a:cubicBezTo>
                  <a:cubicBezTo>
                    <a:pt x="10160" y="31750"/>
                    <a:pt x="17780" y="22860"/>
                    <a:pt x="29210" y="16510"/>
                  </a:cubicBezTo>
                  <a:cubicBezTo>
                    <a:pt x="44450" y="6350"/>
                    <a:pt x="80010" y="0"/>
                    <a:pt x="99060" y="3810"/>
                  </a:cubicBezTo>
                  <a:cubicBezTo>
                    <a:pt x="111760" y="5080"/>
                    <a:pt x="129540" y="21590"/>
                    <a:pt x="129540" y="21590"/>
                  </a:cubicBezTo>
                </a:path>
              </a:pathLst>
            </a:custGeom>
            <a:solidFill>
              <a:srgbClr val="FFFFFF"/>
            </a:solidFill>
            <a:ln cap="sq">
              <a:noFill/>
              <a:prstDash val="solid"/>
              <a:miter/>
            </a:ln>
          </p:spPr>
        </p:sp>
      </p:grpSp>
      <p:grpSp>
        <p:nvGrpSpPr>
          <p:cNvPr id="36" name="Group 36"/>
          <p:cNvGrpSpPr/>
          <p:nvPr/>
        </p:nvGrpSpPr>
        <p:grpSpPr>
          <a:xfrm>
            <a:off x="11212830" y="403860"/>
            <a:ext cx="193358" cy="191452"/>
            <a:chOff x="0" y="0"/>
            <a:chExt cx="257810" cy="255270"/>
          </a:xfrm>
        </p:grpSpPr>
        <p:sp>
          <p:nvSpPr>
            <p:cNvPr id="37" name="Freeform 37"/>
            <p:cNvSpPr/>
            <p:nvPr/>
          </p:nvSpPr>
          <p:spPr>
            <a:xfrm>
              <a:off x="48260" y="46990"/>
              <a:ext cx="160020" cy="157480"/>
            </a:xfrm>
            <a:custGeom>
              <a:avLst/>
              <a:gdLst/>
              <a:ahLst/>
              <a:cxnLst/>
              <a:rect l="l" t="t" r="r" b="b"/>
              <a:pathLst>
                <a:path w="160020" h="157480">
                  <a:moveTo>
                    <a:pt x="78740" y="156210"/>
                  </a:moveTo>
                  <a:cubicBezTo>
                    <a:pt x="3810" y="105410"/>
                    <a:pt x="0" y="71120"/>
                    <a:pt x="7620" y="50800"/>
                  </a:cubicBezTo>
                  <a:cubicBezTo>
                    <a:pt x="15240" y="31750"/>
                    <a:pt x="41910" y="10160"/>
                    <a:pt x="62230" y="5080"/>
                  </a:cubicBezTo>
                  <a:cubicBezTo>
                    <a:pt x="82550" y="0"/>
                    <a:pt x="115570" y="10160"/>
                    <a:pt x="130810" y="24130"/>
                  </a:cubicBezTo>
                  <a:cubicBezTo>
                    <a:pt x="146050" y="38100"/>
                    <a:pt x="157480" y="71120"/>
                    <a:pt x="153670" y="91440"/>
                  </a:cubicBezTo>
                  <a:cubicBezTo>
                    <a:pt x="151130" y="113030"/>
                    <a:pt x="129540" y="139700"/>
                    <a:pt x="110490" y="148590"/>
                  </a:cubicBezTo>
                  <a:cubicBezTo>
                    <a:pt x="91440" y="157480"/>
                    <a:pt x="57150" y="156210"/>
                    <a:pt x="39370" y="144780"/>
                  </a:cubicBezTo>
                  <a:cubicBezTo>
                    <a:pt x="21590" y="134620"/>
                    <a:pt x="5080" y="102870"/>
                    <a:pt x="2540" y="83820"/>
                  </a:cubicBezTo>
                  <a:cubicBezTo>
                    <a:pt x="0" y="67310"/>
                    <a:pt x="5080" y="49530"/>
                    <a:pt x="15240" y="36830"/>
                  </a:cubicBezTo>
                  <a:cubicBezTo>
                    <a:pt x="27940" y="21590"/>
                    <a:pt x="58420" y="5080"/>
                    <a:pt x="78740" y="3810"/>
                  </a:cubicBezTo>
                  <a:cubicBezTo>
                    <a:pt x="96520" y="1270"/>
                    <a:pt x="116840" y="10160"/>
                    <a:pt x="130810" y="20320"/>
                  </a:cubicBezTo>
                  <a:cubicBezTo>
                    <a:pt x="143510" y="30480"/>
                    <a:pt x="156210" y="49530"/>
                    <a:pt x="157480" y="67310"/>
                  </a:cubicBezTo>
                  <a:cubicBezTo>
                    <a:pt x="160020" y="87630"/>
                    <a:pt x="148590" y="119380"/>
                    <a:pt x="135890" y="134620"/>
                  </a:cubicBezTo>
                  <a:cubicBezTo>
                    <a:pt x="123190" y="147320"/>
                    <a:pt x="85090" y="156210"/>
                    <a:pt x="85090" y="156210"/>
                  </a:cubicBezTo>
                </a:path>
              </a:pathLst>
            </a:custGeom>
            <a:solidFill>
              <a:srgbClr val="FFFFFF"/>
            </a:solidFill>
            <a:ln cap="sq">
              <a:noFill/>
              <a:prstDash val="solid"/>
              <a:miter/>
            </a:ln>
          </p:spPr>
        </p:sp>
      </p:grpSp>
      <p:grpSp>
        <p:nvGrpSpPr>
          <p:cNvPr id="38" name="Group 38"/>
          <p:cNvGrpSpPr/>
          <p:nvPr/>
        </p:nvGrpSpPr>
        <p:grpSpPr>
          <a:xfrm>
            <a:off x="11231880" y="430530"/>
            <a:ext cx="194310" cy="189548"/>
            <a:chOff x="0" y="0"/>
            <a:chExt cx="259080" cy="252730"/>
          </a:xfrm>
        </p:grpSpPr>
        <p:sp>
          <p:nvSpPr>
            <p:cNvPr id="39" name="Freeform 39"/>
            <p:cNvSpPr/>
            <p:nvPr/>
          </p:nvSpPr>
          <p:spPr>
            <a:xfrm>
              <a:off x="45720" y="50800"/>
              <a:ext cx="165100" cy="156210"/>
            </a:xfrm>
            <a:custGeom>
              <a:avLst/>
              <a:gdLst/>
              <a:ahLst/>
              <a:cxnLst/>
              <a:rect l="l" t="t" r="r" b="b"/>
              <a:pathLst>
                <a:path w="165100" h="156210">
                  <a:moveTo>
                    <a:pt x="120650" y="8890"/>
                  </a:moveTo>
                  <a:cubicBezTo>
                    <a:pt x="165100" y="87630"/>
                    <a:pt x="152400" y="119380"/>
                    <a:pt x="137160" y="133350"/>
                  </a:cubicBezTo>
                  <a:cubicBezTo>
                    <a:pt x="120650" y="148590"/>
                    <a:pt x="87630" y="156210"/>
                    <a:pt x="67310" y="151130"/>
                  </a:cubicBezTo>
                  <a:cubicBezTo>
                    <a:pt x="46990" y="146050"/>
                    <a:pt x="21590" y="123190"/>
                    <a:pt x="13970" y="102870"/>
                  </a:cubicBezTo>
                  <a:cubicBezTo>
                    <a:pt x="6350" y="82550"/>
                    <a:pt x="11430" y="49530"/>
                    <a:pt x="24130" y="31750"/>
                  </a:cubicBezTo>
                  <a:cubicBezTo>
                    <a:pt x="36830" y="15240"/>
                    <a:pt x="67310" y="0"/>
                    <a:pt x="87630" y="0"/>
                  </a:cubicBezTo>
                  <a:cubicBezTo>
                    <a:pt x="109220" y="1270"/>
                    <a:pt x="139700" y="17780"/>
                    <a:pt x="151130" y="35560"/>
                  </a:cubicBezTo>
                  <a:cubicBezTo>
                    <a:pt x="161290" y="53340"/>
                    <a:pt x="162560" y="88900"/>
                    <a:pt x="156210" y="107950"/>
                  </a:cubicBezTo>
                  <a:cubicBezTo>
                    <a:pt x="151130" y="123190"/>
                    <a:pt x="138430" y="137160"/>
                    <a:pt x="123190" y="143510"/>
                  </a:cubicBezTo>
                  <a:cubicBezTo>
                    <a:pt x="105410" y="152400"/>
                    <a:pt x="71120" y="152400"/>
                    <a:pt x="52070" y="144780"/>
                  </a:cubicBezTo>
                  <a:cubicBezTo>
                    <a:pt x="34290" y="138430"/>
                    <a:pt x="19050" y="124460"/>
                    <a:pt x="11430" y="109220"/>
                  </a:cubicBezTo>
                  <a:cubicBezTo>
                    <a:pt x="3810" y="93980"/>
                    <a:pt x="0" y="71120"/>
                    <a:pt x="5080" y="54610"/>
                  </a:cubicBezTo>
                  <a:cubicBezTo>
                    <a:pt x="8890" y="38100"/>
                    <a:pt x="20320" y="19050"/>
                    <a:pt x="35560" y="10160"/>
                  </a:cubicBezTo>
                  <a:cubicBezTo>
                    <a:pt x="53340" y="0"/>
                    <a:pt x="106680" y="1270"/>
                    <a:pt x="106680" y="1270"/>
                  </a:cubicBezTo>
                </a:path>
              </a:pathLst>
            </a:custGeom>
            <a:solidFill>
              <a:srgbClr val="FFFFFF"/>
            </a:solidFill>
            <a:ln cap="sq">
              <a:noFill/>
              <a:prstDash val="solid"/>
              <a:miter/>
            </a:ln>
          </p:spPr>
        </p:sp>
      </p:grpSp>
      <p:grpSp>
        <p:nvGrpSpPr>
          <p:cNvPr id="40" name="Group 40"/>
          <p:cNvGrpSpPr/>
          <p:nvPr/>
        </p:nvGrpSpPr>
        <p:grpSpPr>
          <a:xfrm>
            <a:off x="11169015" y="426720"/>
            <a:ext cx="282892" cy="249555"/>
            <a:chOff x="0" y="0"/>
            <a:chExt cx="377190" cy="332740"/>
          </a:xfrm>
        </p:grpSpPr>
        <p:sp>
          <p:nvSpPr>
            <p:cNvPr id="41" name="Freeform 41"/>
            <p:cNvSpPr/>
            <p:nvPr/>
          </p:nvSpPr>
          <p:spPr>
            <a:xfrm>
              <a:off x="50800" y="45720"/>
              <a:ext cx="275590" cy="247650"/>
            </a:xfrm>
            <a:custGeom>
              <a:avLst/>
              <a:gdLst/>
              <a:ahLst/>
              <a:cxnLst/>
              <a:rect l="l" t="t" r="r" b="b"/>
              <a:pathLst>
                <a:path w="275590" h="247650">
                  <a:moveTo>
                    <a:pt x="158750" y="12700"/>
                  </a:moveTo>
                  <a:cubicBezTo>
                    <a:pt x="259080" y="90170"/>
                    <a:pt x="275590" y="115570"/>
                    <a:pt x="275590" y="140970"/>
                  </a:cubicBezTo>
                  <a:cubicBezTo>
                    <a:pt x="274320" y="170180"/>
                    <a:pt x="252730" y="223520"/>
                    <a:pt x="228600" y="236220"/>
                  </a:cubicBezTo>
                  <a:cubicBezTo>
                    <a:pt x="204470" y="247650"/>
                    <a:pt x="156210" y="229870"/>
                    <a:pt x="128270" y="217170"/>
                  </a:cubicBezTo>
                  <a:cubicBezTo>
                    <a:pt x="102870" y="205740"/>
                    <a:pt x="67310" y="166370"/>
                    <a:pt x="66040" y="167640"/>
                  </a:cubicBezTo>
                  <a:cubicBezTo>
                    <a:pt x="64770" y="168910"/>
                    <a:pt x="81280" y="184150"/>
                    <a:pt x="80010" y="186690"/>
                  </a:cubicBezTo>
                  <a:cubicBezTo>
                    <a:pt x="77470" y="190500"/>
                    <a:pt x="53340" y="182880"/>
                    <a:pt x="41910" y="175260"/>
                  </a:cubicBezTo>
                  <a:cubicBezTo>
                    <a:pt x="27940" y="166370"/>
                    <a:pt x="10160" y="144780"/>
                    <a:pt x="5080" y="129540"/>
                  </a:cubicBezTo>
                  <a:cubicBezTo>
                    <a:pt x="0" y="116840"/>
                    <a:pt x="0" y="102870"/>
                    <a:pt x="1270" y="90170"/>
                  </a:cubicBezTo>
                  <a:cubicBezTo>
                    <a:pt x="3810" y="77470"/>
                    <a:pt x="10160" y="63500"/>
                    <a:pt x="17780" y="53340"/>
                  </a:cubicBezTo>
                  <a:cubicBezTo>
                    <a:pt x="25400" y="43180"/>
                    <a:pt x="36830" y="33020"/>
                    <a:pt x="48260" y="27940"/>
                  </a:cubicBezTo>
                  <a:cubicBezTo>
                    <a:pt x="60960" y="22860"/>
                    <a:pt x="71120" y="19050"/>
                    <a:pt x="87630" y="20320"/>
                  </a:cubicBezTo>
                  <a:cubicBezTo>
                    <a:pt x="120650" y="21590"/>
                    <a:pt x="203200" y="36830"/>
                    <a:pt x="226060" y="63500"/>
                  </a:cubicBezTo>
                  <a:cubicBezTo>
                    <a:pt x="242570" y="82550"/>
                    <a:pt x="242570" y="120650"/>
                    <a:pt x="237490" y="140970"/>
                  </a:cubicBezTo>
                  <a:cubicBezTo>
                    <a:pt x="232410" y="158750"/>
                    <a:pt x="219710" y="175260"/>
                    <a:pt x="204470" y="184150"/>
                  </a:cubicBezTo>
                  <a:cubicBezTo>
                    <a:pt x="185420" y="194310"/>
                    <a:pt x="147320" y="200660"/>
                    <a:pt x="125730" y="191770"/>
                  </a:cubicBezTo>
                  <a:cubicBezTo>
                    <a:pt x="104140" y="182880"/>
                    <a:pt x="80010" y="153670"/>
                    <a:pt x="74930" y="130810"/>
                  </a:cubicBezTo>
                  <a:cubicBezTo>
                    <a:pt x="71120" y="107950"/>
                    <a:pt x="81280" y="71120"/>
                    <a:pt x="97790" y="54610"/>
                  </a:cubicBezTo>
                  <a:cubicBezTo>
                    <a:pt x="114300" y="38100"/>
                    <a:pt x="149860" y="26670"/>
                    <a:pt x="172720" y="30480"/>
                  </a:cubicBezTo>
                  <a:cubicBezTo>
                    <a:pt x="195580" y="34290"/>
                    <a:pt x="224790" y="59690"/>
                    <a:pt x="234950" y="78740"/>
                  </a:cubicBezTo>
                  <a:cubicBezTo>
                    <a:pt x="243840" y="95250"/>
                    <a:pt x="243840" y="116840"/>
                    <a:pt x="240030" y="133350"/>
                  </a:cubicBezTo>
                  <a:cubicBezTo>
                    <a:pt x="236220" y="149860"/>
                    <a:pt x="224790" y="167640"/>
                    <a:pt x="212090" y="179070"/>
                  </a:cubicBezTo>
                  <a:cubicBezTo>
                    <a:pt x="198120" y="189230"/>
                    <a:pt x="179070" y="198120"/>
                    <a:pt x="161290" y="198120"/>
                  </a:cubicBezTo>
                  <a:cubicBezTo>
                    <a:pt x="139700" y="196850"/>
                    <a:pt x="102870" y="158750"/>
                    <a:pt x="90170" y="163830"/>
                  </a:cubicBezTo>
                  <a:cubicBezTo>
                    <a:pt x="82550" y="166370"/>
                    <a:pt x="86360" y="184150"/>
                    <a:pt x="80010" y="186690"/>
                  </a:cubicBezTo>
                  <a:cubicBezTo>
                    <a:pt x="72390" y="190500"/>
                    <a:pt x="53340" y="181610"/>
                    <a:pt x="41910" y="175260"/>
                  </a:cubicBezTo>
                  <a:cubicBezTo>
                    <a:pt x="30480" y="168910"/>
                    <a:pt x="20320" y="158750"/>
                    <a:pt x="12700" y="147320"/>
                  </a:cubicBezTo>
                  <a:cubicBezTo>
                    <a:pt x="6350" y="137160"/>
                    <a:pt x="1270" y="123190"/>
                    <a:pt x="0" y="109220"/>
                  </a:cubicBezTo>
                  <a:cubicBezTo>
                    <a:pt x="0" y="92710"/>
                    <a:pt x="7620" y="67310"/>
                    <a:pt x="17780" y="53340"/>
                  </a:cubicBezTo>
                  <a:cubicBezTo>
                    <a:pt x="25400" y="41910"/>
                    <a:pt x="36830" y="33020"/>
                    <a:pt x="48260" y="27940"/>
                  </a:cubicBezTo>
                  <a:cubicBezTo>
                    <a:pt x="60960" y="22860"/>
                    <a:pt x="74930" y="19050"/>
                    <a:pt x="87630" y="20320"/>
                  </a:cubicBezTo>
                  <a:cubicBezTo>
                    <a:pt x="99060" y="20320"/>
                    <a:pt x="109220" y="24130"/>
                    <a:pt x="120650" y="30480"/>
                  </a:cubicBezTo>
                  <a:cubicBezTo>
                    <a:pt x="138430" y="40640"/>
                    <a:pt x="176530" y="63500"/>
                    <a:pt x="177800" y="83820"/>
                  </a:cubicBezTo>
                  <a:cubicBezTo>
                    <a:pt x="177800" y="106680"/>
                    <a:pt x="128270" y="158750"/>
                    <a:pt x="105410" y="160020"/>
                  </a:cubicBezTo>
                  <a:cubicBezTo>
                    <a:pt x="88900" y="161290"/>
                    <a:pt x="67310" y="139700"/>
                    <a:pt x="57150" y="123190"/>
                  </a:cubicBezTo>
                  <a:cubicBezTo>
                    <a:pt x="46990" y="104140"/>
                    <a:pt x="41910" y="71120"/>
                    <a:pt x="49530" y="52070"/>
                  </a:cubicBezTo>
                  <a:cubicBezTo>
                    <a:pt x="57150" y="31750"/>
                    <a:pt x="85090" y="11430"/>
                    <a:pt x="104140" y="5080"/>
                  </a:cubicBezTo>
                  <a:cubicBezTo>
                    <a:pt x="120650" y="0"/>
                    <a:pt x="158750" y="12700"/>
                    <a:pt x="158750" y="12700"/>
                  </a:cubicBezTo>
                </a:path>
              </a:pathLst>
            </a:custGeom>
            <a:solidFill>
              <a:srgbClr val="FFFFFF"/>
            </a:solidFill>
            <a:ln cap="sq">
              <a:noFill/>
              <a:prstDash val="solid"/>
              <a:miter/>
            </a:ln>
          </p:spPr>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165655">
            <a:off x="16688269" y="-1574676"/>
            <a:ext cx="3949924" cy="17171291"/>
            <a:chOff x="0" y="0"/>
            <a:chExt cx="1040309" cy="4522480"/>
          </a:xfrm>
        </p:grpSpPr>
        <p:sp>
          <p:nvSpPr>
            <p:cNvPr id="3" name="Freeform 3"/>
            <p:cNvSpPr/>
            <p:nvPr/>
          </p:nvSpPr>
          <p:spPr>
            <a:xfrm>
              <a:off x="0" y="0"/>
              <a:ext cx="1040309" cy="4522480"/>
            </a:xfrm>
            <a:custGeom>
              <a:avLst/>
              <a:gdLst/>
              <a:ahLst/>
              <a:cxnLst/>
              <a:rect l="l" t="t" r="r" b="b"/>
              <a:pathLst>
                <a:path w="1040309" h="4522480">
                  <a:moveTo>
                    <a:pt x="0" y="0"/>
                  </a:moveTo>
                  <a:lnTo>
                    <a:pt x="1040309" y="0"/>
                  </a:lnTo>
                  <a:lnTo>
                    <a:pt x="1040309" y="4522480"/>
                  </a:lnTo>
                  <a:lnTo>
                    <a:pt x="0" y="4522480"/>
                  </a:lnTo>
                  <a:close/>
                </a:path>
              </a:pathLst>
            </a:custGeom>
            <a:solidFill>
              <a:srgbClr val="DF8D11"/>
            </a:solidFill>
          </p:spPr>
        </p:sp>
        <p:sp>
          <p:nvSpPr>
            <p:cNvPr id="4" name="TextBox 4"/>
            <p:cNvSpPr txBox="1"/>
            <p:nvPr/>
          </p:nvSpPr>
          <p:spPr>
            <a:xfrm>
              <a:off x="0" y="-57150"/>
              <a:ext cx="1040309" cy="457963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1867607">
            <a:off x="13851963" y="-9481934"/>
            <a:ext cx="3949924" cy="17171291"/>
            <a:chOff x="0" y="0"/>
            <a:chExt cx="1040309" cy="4522480"/>
          </a:xfrm>
        </p:grpSpPr>
        <p:sp>
          <p:nvSpPr>
            <p:cNvPr id="6" name="Freeform 6"/>
            <p:cNvSpPr/>
            <p:nvPr/>
          </p:nvSpPr>
          <p:spPr>
            <a:xfrm>
              <a:off x="0" y="0"/>
              <a:ext cx="1040309" cy="4522480"/>
            </a:xfrm>
            <a:custGeom>
              <a:avLst/>
              <a:gdLst/>
              <a:ahLst/>
              <a:cxnLst/>
              <a:rect l="l" t="t" r="r" b="b"/>
              <a:pathLst>
                <a:path w="1040309" h="4522480">
                  <a:moveTo>
                    <a:pt x="0" y="0"/>
                  </a:moveTo>
                  <a:lnTo>
                    <a:pt x="1040309" y="0"/>
                  </a:lnTo>
                  <a:lnTo>
                    <a:pt x="1040309" y="4522480"/>
                  </a:lnTo>
                  <a:lnTo>
                    <a:pt x="0" y="4522480"/>
                  </a:lnTo>
                  <a:close/>
                </a:path>
              </a:pathLst>
            </a:custGeom>
            <a:solidFill>
              <a:srgbClr val="F1B04E"/>
            </a:solidFill>
          </p:spPr>
        </p:sp>
        <p:sp>
          <p:nvSpPr>
            <p:cNvPr id="7" name="TextBox 7"/>
            <p:cNvSpPr txBox="1"/>
            <p:nvPr/>
          </p:nvSpPr>
          <p:spPr>
            <a:xfrm>
              <a:off x="0" y="-57150"/>
              <a:ext cx="1040309" cy="4579630"/>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rot="1774930">
            <a:off x="16640644" y="-1289701"/>
            <a:ext cx="3949924" cy="17171291"/>
            <a:chOff x="0" y="0"/>
            <a:chExt cx="1040309" cy="4522480"/>
          </a:xfrm>
        </p:grpSpPr>
        <p:sp>
          <p:nvSpPr>
            <p:cNvPr id="9" name="Freeform 9"/>
            <p:cNvSpPr/>
            <p:nvPr/>
          </p:nvSpPr>
          <p:spPr>
            <a:xfrm>
              <a:off x="0" y="0"/>
              <a:ext cx="1040309" cy="4522480"/>
            </a:xfrm>
            <a:custGeom>
              <a:avLst/>
              <a:gdLst/>
              <a:ahLst/>
              <a:cxnLst/>
              <a:rect l="l" t="t" r="r" b="b"/>
              <a:pathLst>
                <a:path w="1040309" h="4522480">
                  <a:moveTo>
                    <a:pt x="0" y="0"/>
                  </a:moveTo>
                  <a:lnTo>
                    <a:pt x="1040309" y="0"/>
                  </a:lnTo>
                  <a:lnTo>
                    <a:pt x="1040309" y="4522480"/>
                  </a:lnTo>
                  <a:lnTo>
                    <a:pt x="0" y="4522480"/>
                  </a:lnTo>
                  <a:close/>
                </a:path>
              </a:pathLst>
            </a:custGeom>
            <a:solidFill>
              <a:srgbClr val="1B517B"/>
            </a:solidFill>
          </p:spPr>
        </p:sp>
        <p:sp>
          <p:nvSpPr>
            <p:cNvPr id="10" name="TextBox 10"/>
            <p:cNvSpPr txBox="1"/>
            <p:nvPr/>
          </p:nvSpPr>
          <p:spPr>
            <a:xfrm>
              <a:off x="0" y="-57150"/>
              <a:ext cx="1040309" cy="457963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rot="1774930">
            <a:off x="17190238" y="94462"/>
            <a:ext cx="3949924" cy="17171291"/>
            <a:chOff x="0" y="0"/>
            <a:chExt cx="1040309" cy="4522480"/>
          </a:xfrm>
        </p:grpSpPr>
        <p:sp>
          <p:nvSpPr>
            <p:cNvPr id="12" name="Freeform 12"/>
            <p:cNvSpPr/>
            <p:nvPr/>
          </p:nvSpPr>
          <p:spPr>
            <a:xfrm>
              <a:off x="0" y="0"/>
              <a:ext cx="1040309" cy="4522480"/>
            </a:xfrm>
            <a:custGeom>
              <a:avLst/>
              <a:gdLst/>
              <a:ahLst/>
              <a:cxnLst/>
              <a:rect l="l" t="t" r="r" b="b"/>
              <a:pathLst>
                <a:path w="1040309" h="4522480">
                  <a:moveTo>
                    <a:pt x="0" y="0"/>
                  </a:moveTo>
                  <a:lnTo>
                    <a:pt x="1040309" y="0"/>
                  </a:lnTo>
                  <a:lnTo>
                    <a:pt x="1040309" y="4522480"/>
                  </a:lnTo>
                  <a:lnTo>
                    <a:pt x="0" y="4522480"/>
                  </a:lnTo>
                  <a:close/>
                </a:path>
              </a:pathLst>
            </a:custGeom>
            <a:solidFill>
              <a:srgbClr val="487BA2"/>
            </a:solidFill>
          </p:spPr>
        </p:sp>
        <p:sp>
          <p:nvSpPr>
            <p:cNvPr id="13" name="TextBox 13"/>
            <p:cNvSpPr txBox="1"/>
            <p:nvPr/>
          </p:nvSpPr>
          <p:spPr>
            <a:xfrm>
              <a:off x="0" y="-57150"/>
              <a:ext cx="1040309" cy="4579630"/>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11319510" y="-281940"/>
            <a:ext cx="1551623" cy="1116330"/>
            <a:chOff x="0" y="0"/>
            <a:chExt cx="2068830" cy="1488440"/>
          </a:xfrm>
        </p:grpSpPr>
        <p:sp>
          <p:nvSpPr>
            <p:cNvPr id="15" name="Freeform 15"/>
            <p:cNvSpPr/>
            <p:nvPr/>
          </p:nvSpPr>
          <p:spPr>
            <a:xfrm>
              <a:off x="44450" y="45720"/>
              <a:ext cx="1977390" cy="1390650"/>
            </a:xfrm>
            <a:custGeom>
              <a:avLst/>
              <a:gdLst/>
              <a:ahLst/>
              <a:cxnLst/>
              <a:rect l="l" t="t" r="r" b="b"/>
              <a:pathLst>
                <a:path w="1977390" h="1390650">
                  <a:moveTo>
                    <a:pt x="6350" y="694690"/>
                  </a:moveTo>
                  <a:cubicBezTo>
                    <a:pt x="64770" y="596900"/>
                    <a:pt x="107950" y="562610"/>
                    <a:pt x="139700" y="543560"/>
                  </a:cubicBezTo>
                  <a:cubicBezTo>
                    <a:pt x="163830" y="529590"/>
                    <a:pt x="203200" y="525780"/>
                    <a:pt x="213360" y="516890"/>
                  </a:cubicBezTo>
                  <a:cubicBezTo>
                    <a:pt x="215900" y="514350"/>
                    <a:pt x="215900" y="510540"/>
                    <a:pt x="217170" y="508000"/>
                  </a:cubicBezTo>
                  <a:cubicBezTo>
                    <a:pt x="219710" y="505460"/>
                    <a:pt x="222250" y="499110"/>
                    <a:pt x="222250" y="499110"/>
                  </a:cubicBezTo>
                  <a:cubicBezTo>
                    <a:pt x="222250" y="497840"/>
                    <a:pt x="227330" y="492760"/>
                    <a:pt x="229870" y="490220"/>
                  </a:cubicBezTo>
                  <a:cubicBezTo>
                    <a:pt x="232410" y="487680"/>
                    <a:pt x="236220" y="482600"/>
                    <a:pt x="236220" y="482600"/>
                  </a:cubicBezTo>
                  <a:cubicBezTo>
                    <a:pt x="236220" y="482600"/>
                    <a:pt x="242570" y="478790"/>
                    <a:pt x="245110" y="476250"/>
                  </a:cubicBezTo>
                  <a:cubicBezTo>
                    <a:pt x="248920" y="474980"/>
                    <a:pt x="254000" y="471170"/>
                    <a:pt x="254000" y="471170"/>
                  </a:cubicBezTo>
                  <a:cubicBezTo>
                    <a:pt x="254000" y="469900"/>
                    <a:pt x="260350" y="468630"/>
                    <a:pt x="264160" y="467360"/>
                  </a:cubicBezTo>
                  <a:cubicBezTo>
                    <a:pt x="267970" y="466090"/>
                    <a:pt x="274320" y="463550"/>
                    <a:pt x="274320" y="463550"/>
                  </a:cubicBezTo>
                  <a:cubicBezTo>
                    <a:pt x="274320" y="463550"/>
                    <a:pt x="280670" y="462280"/>
                    <a:pt x="284480" y="462280"/>
                  </a:cubicBezTo>
                  <a:cubicBezTo>
                    <a:pt x="288290" y="461010"/>
                    <a:pt x="294640" y="461010"/>
                    <a:pt x="294640" y="461010"/>
                  </a:cubicBezTo>
                  <a:cubicBezTo>
                    <a:pt x="294640" y="461010"/>
                    <a:pt x="318770" y="461010"/>
                    <a:pt x="335280" y="461010"/>
                  </a:cubicBezTo>
                  <a:cubicBezTo>
                    <a:pt x="356870" y="461010"/>
                    <a:pt x="401320" y="461010"/>
                    <a:pt x="414020" y="461010"/>
                  </a:cubicBezTo>
                  <a:cubicBezTo>
                    <a:pt x="419100" y="461010"/>
                    <a:pt x="420370" y="462280"/>
                    <a:pt x="424180" y="461010"/>
                  </a:cubicBezTo>
                  <a:cubicBezTo>
                    <a:pt x="431800" y="459740"/>
                    <a:pt x="443230" y="452120"/>
                    <a:pt x="457200" y="449580"/>
                  </a:cubicBezTo>
                  <a:cubicBezTo>
                    <a:pt x="478790" y="444500"/>
                    <a:pt x="518160" y="444500"/>
                    <a:pt x="547370" y="443230"/>
                  </a:cubicBezTo>
                  <a:cubicBezTo>
                    <a:pt x="575310" y="441960"/>
                    <a:pt x="600710" y="443230"/>
                    <a:pt x="627380" y="443230"/>
                  </a:cubicBezTo>
                  <a:cubicBezTo>
                    <a:pt x="656590" y="441960"/>
                    <a:pt x="690880" y="441960"/>
                    <a:pt x="717550" y="441960"/>
                  </a:cubicBezTo>
                  <a:cubicBezTo>
                    <a:pt x="739140" y="441960"/>
                    <a:pt x="760730" y="448310"/>
                    <a:pt x="775970" y="441960"/>
                  </a:cubicBezTo>
                  <a:cubicBezTo>
                    <a:pt x="787400" y="436880"/>
                    <a:pt x="788670" y="421640"/>
                    <a:pt x="801370" y="414020"/>
                  </a:cubicBezTo>
                  <a:cubicBezTo>
                    <a:pt x="824230" y="402590"/>
                    <a:pt x="896620" y="400050"/>
                    <a:pt x="910590" y="400050"/>
                  </a:cubicBezTo>
                  <a:cubicBezTo>
                    <a:pt x="913130" y="400050"/>
                    <a:pt x="914400" y="401320"/>
                    <a:pt x="916940" y="400050"/>
                  </a:cubicBezTo>
                  <a:cubicBezTo>
                    <a:pt x="923290" y="396240"/>
                    <a:pt x="935990" y="367030"/>
                    <a:pt x="949960" y="347980"/>
                  </a:cubicBezTo>
                  <a:cubicBezTo>
                    <a:pt x="970280" y="321310"/>
                    <a:pt x="1002030" y="281940"/>
                    <a:pt x="1027430" y="254000"/>
                  </a:cubicBezTo>
                  <a:cubicBezTo>
                    <a:pt x="1051560" y="228600"/>
                    <a:pt x="1073150" y="208280"/>
                    <a:pt x="1098550" y="186690"/>
                  </a:cubicBezTo>
                  <a:cubicBezTo>
                    <a:pt x="1125220" y="165100"/>
                    <a:pt x="1155700" y="140970"/>
                    <a:pt x="1183640" y="123190"/>
                  </a:cubicBezTo>
                  <a:cubicBezTo>
                    <a:pt x="1209040" y="106680"/>
                    <a:pt x="1233170" y="96520"/>
                    <a:pt x="1258570" y="80010"/>
                  </a:cubicBezTo>
                  <a:cubicBezTo>
                    <a:pt x="1286510" y="63500"/>
                    <a:pt x="1315720" y="39370"/>
                    <a:pt x="1344930" y="26670"/>
                  </a:cubicBezTo>
                  <a:cubicBezTo>
                    <a:pt x="1372870" y="15240"/>
                    <a:pt x="1400810" y="7620"/>
                    <a:pt x="1430020" y="5080"/>
                  </a:cubicBezTo>
                  <a:cubicBezTo>
                    <a:pt x="1461770" y="0"/>
                    <a:pt x="1497330" y="1270"/>
                    <a:pt x="1529080" y="5080"/>
                  </a:cubicBezTo>
                  <a:cubicBezTo>
                    <a:pt x="1560830" y="10160"/>
                    <a:pt x="1591310" y="16510"/>
                    <a:pt x="1619250" y="29210"/>
                  </a:cubicBezTo>
                  <a:cubicBezTo>
                    <a:pt x="1647190" y="40640"/>
                    <a:pt x="1670050" y="60960"/>
                    <a:pt x="1696720" y="76200"/>
                  </a:cubicBezTo>
                  <a:cubicBezTo>
                    <a:pt x="1724660" y="92710"/>
                    <a:pt x="1758950" y="105410"/>
                    <a:pt x="1785620" y="125730"/>
                  </a:cubicBezTo>
                  <a:cubicBezTo>
                    <a:pt x="1809750" y="144780"/>
                    <a:pt x="1828800" y="168910"/>
                    <a:pt x="1847850" y="191770"/>
                  </a:cubicBezTo>
                  <a:cubicBezTo>
                    <a:pt x="1866900" y="214630"/>
                    <a:pt x="1883410" y="234950"/>
                    <a:pt x="1897380" y="260350"/>
                  </a:cubicBezTo>
                  <a:cubicBezTo>
                    <a:pt x="1913890" y="289560"/>
                    <a:pt x="1927860" y="323850"/>
                    <a:pt x="1940560" y="356870"/>
                  </a:cubicBezTo>
                  <a:cubicBezTo>
                    <a:pt x="1953260" y="389890"/>
                    <a:pt x="1967230" y="425450"/>
                    <a:pt x="1972310" y="458470"/>
                  </a:cubicBezTo>
                  <a:cubicBezTo>
                    <a:pt x="1977390" y="488950"/>
                    <a:pt x="1973580" y="516890"/>
                    <a:pt x="1973580" y="547370"/>
                  </a:cubicBezTo>
                  <a:cubicBezTo>
                    <a:pt x="1972310" y="579120"/>
                    <a:pt x="1973580" y="610870"/>
                    <a:pt x="1971040" y="642620"/>
                  </a:cubicBezTo>
                  <a:cubicBezTo>
                    <a:pt x="1969770" y="675640"/>
                    <a:pt x="1964690" y="712470"/>
                    <a:pt x="1958340" y="744220"/>
                  </a:cubicBezTo>
                  <a:cubicBezTo>
                    <a:pt x="1953260" y="772160"/>
                    <a:pt x="1949450" y="796290"/>
                    <a:pt x="1939290" y="822960"/>
                  </a:cubicBezTo>
                  <a:cubicBezTo>
                    <a:pt x="1927860" y="852170"/>
                    <a:pt x="1907540" y="882650"/>
                    <a:pt x="1888490" y="913130"/>
                  </a:cubicBezTo>
                  <a:cubicBezTo>
                    <a:pt x="1868170" y="946150"/>
                    <a:pt x="1846580" y="982980"/>
                    <a:pt x="1823720" y="1010920"/>
                  </a:cubicBezTo>
                  <a:cubicBezTo>
                    <a:pt x="1802130" y="1035050"/>
                    <a:pt x="1780540" y="1054100"/>
                    <a:pt x="1756410" y="1074420"/>
                  </a:cubicBezTo>
                  <a:cubicBezTo>
                    <a:pt x="1732280" y="1093470"/>
                    <a:pt x="1705610" y="1112520"/>
                    <a:pt x="1678940" y="1129030"/>
                  </a:cubicBezTo>
                  <a:cubicBezTo>
                    <a:pt x="1653540" y="1145540"/>
                    <a:pt x="1628140" y="1160780"/>
                    <a:pt x="1601470" y="1174750"/>
                  </a:cubicBezTo>
                  <a:cubicBezTo>
                    <a:pt x="1573530" y="1189990"/>
                    <a:pt x="1534160" y="1210310"/>
                    <a:pt x="1512570" y="1216660"/>
                  </a:cubicBezTo>
                  <a:cubicBezTo>
                    <a:pt x="1498600" y="1220470"/>
                    <a:pt x="1480820" y="1219200"/>
                    <a:pt x="1480820" y="1220470"/>
                  </a:cubicBezTo>
                  <a:cubicBezTo>
                    <a:pt x="1480820" y="1220470"/>
                    <a:pt x="1482090" y="1221740"/>
                    <a:pt x="1483360" y="1221740"/>
                  </a:cubicBezTo>
                  <a:cubicBezTo>
                    <a:pt x="1485900" y="1223010"/>
                    <a:pt x="1489710" y="1224280"/>
                    <a:pt x="1492250" y="1224280"/>
                  </a:cubicBezTo>
                  <a:cubicBezTo>
                    <a:pt x="1493520" y="1225550"/>
                    <a:pt x="1494790" y="1226820"/>
                    <a:pt x="1496060" y="1228090"/>
                  </a:cubicBezTo>
                  <a:cubicBezTo>
                    <a:pt x="1497330" y="1228090"/>
                    <a:pt x="1498600" y="1229360"/>
                    <a:pt x="1501140" y="1229360"/>
                  </a:cubicBezTo>
                  <a:cubicBezTo>
                    <a:pt x="1502410" y="1230630"/>
                    <a:pt x="1504950" y="1234440"/>
                    <a:pt x="1507490" y="1235710"/>
                  </a:cubicBezTo>
                  <a:cubicBezTo>
                    <a:pt x="1510030" y="1238250"/>
                    <a:pt x="1513840" y="1239520"/>
                    <a:pt x="1515110" y="1242060"/>
                  </a:cubicBezTo>
                  <a:cubicBezTo>
                    <a:pt x="1516380" y="1243330"/>
                    <a:pt x="1516380" y="1244600"/>
                    <a:pt x="1517650" y="1245870"/>
                  </a:cubicBezTo>
                  <a:cubicBezTo>
                    <a:pt x="1518920" y="1247140"/>
                    <a:pt x="1520190" y="1248410"/>
                    <a:pt x="1521460" y="1249680"/>
                  </a:cubicBezTo>
                  <a:cubicBezTo>
                    <a:pt x="1522730" y="1250950"/>
                    <a:pt x="1524000" y="1254760"/>
                    <a:pt x="1526540" y="1257300"/>
                  </a:cubicBezTo>
                  <a:cubicBezTo>
                    <a:pt x="1527810" y="1259840"/>
                    <a:pt x="1530350" y="1263650"/>
                    <a:pt x="1531620" y="1266190"/>
                  </a:cubicBezTo>
                  <a:cubicBezTo>
                    <a:pt x="1531620" y="1267460"/>
                    <a:pt x="1531620" y="1268730"/>
                    <a:pt x="1532890" y="1270000"/>
                  </a:cubicBezTo>
                  <a:cubicBezTo>
                    <a:pt x="1532890" y="1271270"/>
                    <a:pt x="1534160" y="1272540"/>
                    <a:pt x="1535430" y="1273810"/>
                  </a:cubicBezTo>
                  <a:cubicBezTo>
                    <a:pt x="1535430" y="1276350"/>
                    <a:pt x="1535430" y="1280160"/>
                    <a:pt x="1536700" y="1283970"/>
                  </a:cubicBezTo>
                  <a:cubicBezTo>
                    <a:pt x="1536700" y="1286510"/>
                    <a:pt x="1539240" y="1290320"/>
                    <a:pt x="1539240" y="1292860"/>
                  </a:cubicBezTo>
                  <a:cubicBezTo>
                    <a:pt x="1539240" y="1295400"/>
                    <a:pt x="1539240" y="1296670"/>
                    <a:pt x="1539240" y="1297940"/>
                  </a:cubicBezTo>
                  <a:cubicBezTo>
                    <a:pt x="1539240" y="1299210"/>
                    <a:pt x="1539240" y="1300480"/>
                    <a:pt x="1539240" y="1303020"/>
                  </a:cubicBezTo>
                  <a:cubicBezTo>
                    <a:pt x="1539240" y="1305560"/>
                    <a:pt x="1537970" y="1309370"/>
                    <a:pt x="1537970" y="1311910"/>
                  </a:cubicBezTo>
                  <a:cubicBezTo>
                    <a:pt x="1537970" y="1314450"/>
                    <a:pt x="1537970" y="1319530"/>
                    <a:pt x="1537970" y="1322070"/>
                  </a:cubicBezTo>
                  <a:cubicBezTo>
                    <a:pt x="1536700" y="1323340"/>
                    <a:pt x="1536700" y="1324610"/>
                    <a:pt x="1535430" y="1325880"/>
                  </a:cubicBezTo>
                  <a:cubicBezTo>
                    <a:pt x="1535430" y="1327150"/>
                    <a:pt x="1535430" y="1328420"/>
                    <a:pt x="1535430" y="1330960"/>
                  </a:cubicBezTo>
                  <a:cubicBezTo>
                    <a:pt x="1534160" y="1333500"/>
                    <a:pt x="1531620" y="1336040"/>
                    <a:pt x="1530350" y="1338580"/>
                  </a:cubicBezTo>
                  <a:cubicBezTo>
                    <a:pt x="1529080" y="1342390"/>
                    <a:pt x="1529080" y="1346200"/>
                    <a:pt x="1526540" y="1347470"/>
                  </a:cubicBezTo>
                  <a:cubicBezTo>
                    <a:pt x="1526540" y="1350010"/>
                    <a:pt x="1525270" y="1350010"/>
                    <a:pt x="1524000" y="1351280"/>
                  </a:cubicBezTo>
                  <a:cubicBezTo>
                    <a:pt x="1522730" y="1352550"/>
                    <a:pt x="1522730" y="1353820"/>
                    <a:pt x="1521460" y="1356360"/>
                  </a:cubicBezTo>
                  <a:cubicBezTo>
                    <a:pt x="1520190" y="1357630"/>
                    <a:pt x="1517650" y="1360170"/>
                    <a:pt x="1515110" y="1362710"/>
                  </a:cubicBezTo>
                  <a:cubicBezTo>
                    <a:pt x="1512570" y="1365250"/>
                    <a:pt x="1511300" y="1367790"/>
                    <a:pt x="1508760" y="1370330"/>
                  </a:cubicBezTo>
                  <a:cubicBezTo>
                    <a:pt x="1507490" y="1370330"/>
                    <a:pt x="1506220" y="1371600"/>
                    <a:pt x="1504950" y="1371600"/>
                  </a:cubicBezTo>
                  <a:cubicBezTo>
                    <a:pt x="1503680" y="1372870"/>
                    <a:pt x="1502410" y="1374140"/>
                    <a:pt x="1501140" y="1375410"/>
                  </a:cubicBezTo>
                  <a:cubicBezTo>
                    <a:pt x="1498600" y="1376680"/>
                    <a:pt x="1494790" y="1377950"/>
                    <a:pt x="1492250" y="1379220"/>
                  </a:cubicBezTo>
                  <a:cubicBezTo>
                    <a:pt x="1489710" y="1380490"/>
                    <a:pt x="1487170" y="1383030"/>
                    <a:pt x="1484630" y="1384300"/>
                  </a:cubicBezTo>
                  <a:cubicBezTo>
                    <a:pt x="1483360" y="1385570"/>
                    <a:pt x="1480820" y="1385570"/>
                    <a:pt x="1479550" y="1385570"/>
                  </a:cubicBezTo>
                  <a:cubicBezTo>
                    <a:pt x="1478280" y="1385570"/>
                    <a:pt x="1477010" y="1386840"/>
                    <a:pt x="1475740" y="1388110"/>
                  </a:cubicBezTo>
                  <a:cubicBezTo>
                    <a:pt x="1473200" y="1388110"/>
                    <a:pt x="1469390" y="1388110"/>
                    <a:pt x="1465580" y="1388110"/>
                  </a:cubicBezTo>
                  <a:cubicBezTo>
                    <a:pt x="1463040" y="1389380"/>
                    <a:pt x="1459230" y="1390650"/>
                    <a:pt x="1456690" y="1390650"/>
                  </a:cubicBezTo>
                  <a:cubicBezTo>
                    <a:pt x="1455420" y="1390650"/>
                    <a:pt x="1452880" y="1390650"/>
                    <a:pt x="1451610" y="1390650"/>
                  </a:cubicBezTo>
                  <a:cubicBezTo>
                    <a:pt x="1450340" y="1390650"/>
                    <a:pt x="1449070" y="1390650"/>
                    <a:pt x="1446530" y="1390650"/>
                  </a:cubicBezTo>
                  <a:cubicBezTo>
                    <a:pt x="1443990" y="1390650"/>
                    <a:pt x="1441450" y="1389380"/>
                    <a:pt x="1437640" y="1389380"/>
                  </a:cubicBezTo>
                  <a:cubicBezTo>
                    <a:pt x="1435100" y="1388110"/>
                    <a:pt x="1431290" y="1388110"/>
                    <a:pt x="1428750" y="1388110"/>
                  </a:cubicBezTo>
                  <a:cubicBezTo>
                    <a:pt x="1426210" y="1386840"/>
                    <a:pt x="1424940" y="1386840"/>
                    <a:pt x="1423670" y="1385570"/>
                  </a:cubicBezTo>
                  <a:cubicBezTo>
                    <a:pt x="1422400" y="1385570"/>
                    <a:pt x="1421130" y="1385570"/>
                    <a:pt x="1419860" y="1384300"/>
                  </a:cubicBezTo>
                  <a:cubicBezTo>
                    <a:pt x="1417320" y="1384300"/>
                    <a:pt x="1416050" y="1381760"/>
                    <a:pt x="1412240" y="1380490"/>
                  </a:cubicBezTo>
                  <a:cubicBezTo>
                    <a:pt x="1405890" y="1376680"/>
                    <a:pt x="1394460" y="1372870"/>
                    <a:pt x="1380490" y="1366520"/>
                  </a:cubicBezTo>
                  <a:cubicBezTo>
                    <a:pt x="1357630" y="1355090"/>
                    <a:pt x="1316990" y="1337310"/>
                    <a:pt x="1286510" y="1318260"/>
                  </a:cubicBezTo>
                  <a:cubicBezTo>
                    <a:pt x="1254760" y="1299210"/>
                    <a:pt x="1215390" y="1267460"/>
                    <a:pt x="1196340" y="1250950"/>
                  </a:cubicBezTo>
                  <a:cubicBezTo>
                    <a:pt x="1186180" y="1240790"/>
                    <a:pt x="1184910" y="1233170"/>
                    <a:pt x="1173480" y="1226820"/>
                  </a:cubicBezTo>
                  <a:cubicBezTo>
                    <a:pt x="1154430" y="1216660"/>
                    <a:pt x="1112520" y="1215390"/>
                    <a:pt x="1079500" y="1207770"/>
                  </a:cubicBezTo>
                  <a:cubicBezTo>
                    <a:pt x="1043940" y="1200150"/>
                    <a:pt x="1002030" y="1192530"/>
                    <a:pt x="967740" y="1182370"/>
                  </a:cubicBezTo>
                  <a:cubicBezTo>
                    <a:pt x="938530" y="1173480"/>
                    <a:pt x="913130" y="1162050"/>
                    <a:pt x="886460" y="1149350"/>
                  </a:cubicBezTo>
                  <a:cubicBezTo>
                    <a:pt x="859790" y="1137920"/>
                    <a:pt x="834390" y="1123950"/>
                    <a:pt x="806450" y="1109980"/>
                  </a:cubicBezTo>
                  <a:cubicBezTo>
                    <a:pt x="773430" y="1094740"/>
                    <a:pt x="732790" y="1080770"/>
                    <a:pt x="702310" y="1059180"/>
                  </a:cubicBezTo>
                  <a:cubicBezTo>
                    <a:pt x="673100" y="1038860"/>
                    <a:pt x="635000" y="1000760"/>
                    <a:pt x="626110" y="985520"/>
                  </a:cubicBezTo>
                  <a:cubicBezTo>
                    <a:pt x="622300" y="980440"/>
                    <a:pt x="624840" y="975360"/>
                    <a:pt x="621030" y="972820"/>
                  </a:cubicBezTo>
                  <a:cubicBezTo>
                    <a:pt x="618490" y="971550"/>
                    <a:pt x="614680" y="974090"/>
                    <a:pt x="608330" y="972820"/>
                  </a:cubicBezTo>
                  <a:cubicBezTo>
                    <a:pt x="589280" y="970280"/>
                    <a:pt x="534670" y="958850"/>
                    <a:pt x="499110" y="947420"/>
                  </a:cubicBezTo>
                  <a:cubicBezTo>
                    <a:pt x="464820" y="937260"/>
                    <a:pt x="433070" y="923290"/>
                    <a:pt x="398780" y="909320"/>
                  </a:cubicBezTo>
                  <a:cubicBezTo>
                    <a:pt x="363220" y="896620"/>
                    <a:pt x="287020" y="867410"/>
                    <a:pt x="287020" y="867410"/>
                  </a:cubicBezTo>
                  <a:cubicBezTo>
                    <a:pt x="287020" y="867410"/>
                    <a:pt x="279400" y="866140"/>
                    <a:pt x="275590" y="866140"/>
                  </a:cubicBezTo>
                  <a:cubicBezTo>
                    <a:pt x="273050" y="866140"/>
                    <a:pt x="265430" y="864870"/>
                    <a:pt x="265430" y="864870"/>
                  </a:cubicBezTo>
                  <a:cubicBezTo>
                    <a:pt x="265430" y="864870"/>
                    <a:pt x="259080" y="862330"/>
                    <a:pt x="255270" y="861060"/>
                  </a:cubicBezTo>
                  <a:cubicBezTo>
                    <a:pt x="251460" y="859790"/>
                    <a:pt x="245110" y="857250"/>
                    <a:pt x="245110" y="857250"/>
                  </a:cubicBezTo>
                  <a:cubicBezTo>
                    <a:pt x="245110" y="857250"/>
                    <a:pt x="240030" y="853440"/>
                    <a:pt x="236220" y="850900"/>
                  </a:cubicBezTo>
                  <a:cubicBezTo>
                    <a:pt x="233680" y="849630"/>
                    <a:pt x="227330" y="844550"/>
                    <a:pt x="227330" y="844550"/>
                  </a:cubicBezTo>
                  <a:cubicBezTo>
                    <a:pt x="227330" y="844550"/>
                    <a:pt x="222250" y="839470"/>
                    <a:pt x="220980" y="836930"/>
                  </a:cubicBezTo>
                  <a:cubicBezTo>
                    <a:pt x="219710" y="835660"/>
                    <a:pt x="218440" y="834390"/>
                    <a:pt x="217170" y="833120"/>
                  </a:cubicBezTo>
                  <a:cubicBezTo>
                    <a:pt x="213360" y="831850"/>
                    <a:pt x="207010" y="833120"/>
                    <a:pt x="199390" y="833120"/>
                  </a:cubicBezTo>
                  <a:cubicBezTo>
                    <a:pt x="181610" y="833120"/>
                    <a:pt x="144780" y="840740"/>
                    <a:pt x="116840" y="833120"/>
                  </a:cubicBezTo>
                  <a:cubicBezTo>
                    <a:pt x="83820" y="825500"/>
                    <a:pt x="34290" y="807720"/>
                    <a:pt x="16510" y="782320"/>
                  </a:cubicBezTo>
                  <a:cubicBezTo>
                    <a:pt x="0" y="759460"/>
                    <a:pt x="6350" y="694690"/>
                    <a:pt x="6350" y="694690"/>
                  </a:cubicBezTo>
                  <a:moveTo>
                    <a:pt x="915670" y="975360"/>
                  </a:moveTo>
                  <a:cubicBezTo>
                    <a:pt x="923290" y="977900"/>
                    <a:pt x="979170" y="1012190"/>
                    <a:pt x="981710" y="1008380"/>
                  </a:cubicBezTo>
                  <a:cubicBezTo>
                    <a:pt x="984250" y="1005840"/>
                    <a:pt x="965200" y="979170"/>
                    <a:pt x="957580" y="975360"/>
                  </a:cubicBezTo>
                  <a:cubicBezTo>
                    <a:pt x="951230" y="972820"/>
                    <a:pt x="946150" y="975360"/>
                    <a:pt x="941070" y="975360"/>
                  </a:cubicBezTo>
                  <a:cubicBezTo>
                    <a:pt x="933450" y="975360"/>
                    <a:pt x="915670" y="975360"/>
                    <a:pt x="915670" y="975360"/>
                  </a:cubicBezTo>
                  <a:moveTo>
                    <a:pt x="1003300" y="707390"/>
                  </a:moveTo>
                  <a:cubicBezTo>
                    <a:pt x="1016000" y="727710"/>
                    <a:pt x="1031240" y="728980"/>
                    <a:pt x="1040130" y="731520"/>
                  </a:cubicBezTo>
                  <a:cubicBezTo>
                    <a:pt x="1046480" y="735330"/>
                    <a:pt x="1051560" y="736600"/>
                    <a:pt x="1056640" y="740410"/>
                  </a:cubicBezTo>
                  <a:cubicBezTo>
                    <a:pt x="1061720" y="742950"/>
                    <a:pt x="1066800" y="748030"/>
                    <a:pt x="1071880" y="751840"/>
                  </a:cubicBezTo>
                  <a:cubicBezTo>
                    <a:pt x="1075690" y="756920"/>
                    <a:pt x="1079500" y="762000"/>
                    <a:pt x="1083310" y="767080"/>
                  </a:cubicBezTo>
                  <a:cubicBezTo>
                    <a:pt x="1085850" y="772160"/>
                    <a:pt x="1088390" y="779780"/>
                    <a:pt x="1089660" y="784860"/>
                  </a:cubicBezTo>
                  <a:cubicBezTo>
                    <a:pt x="1090930" y="788670"/>
                    <a:pt x="1089660" y="793750"/>
                    <a:pt x="1092200" y="796290"/>
                  </a:cubicBezTo>
                  <a:cubicBezTo>
                    <a:pt x="1098550" y="801370"/>
                    <a:pt x="1120140" y="800100"/>
                    <a:pt x="1137920" y="796290"/>
                  </a:cubicBezTo>
                  <a:cubicBezTo>
                    <a:pt x="1164590" y="792480"/>
                    <a:pt x="1202690" y="775970"/>
                    <a:pt x="1233170" y="764540"/>
                  </a:cubicBezTo>
                  <a:cubicBezTo>
                    <a:pt x="1262380" y="754380"/>
                    <a:pt x="1318260" y="745490"/>
                    <a:pt x="1319530" y="735330"/>
                  </a:cubicBezTo>
                  <a:cubicBezTo>
                    <a:pt x="1319530" y="725170"/>
                    <a:pt x="1267460" y="717550"/>
                    <a:pt x="1243330" y="704850"/>
                  </a:cubicBezTo>
                  <a:cubicBezTo>
                    <a:pt x="1220470" y="692150"/>
                    <a:pt x="1198880" y="675640"/>
                    <a:pt x="1177290" y="659130"/>
                  </a:cubicBezTo>
                  <a:cubicBezTo>
                    <a:pt x="1155700" y="643890"/>
                    <a:pt x="1135380" y="622300"/>
                    <a:pt x="1113790" y="610870"/>
                  </a:cubicBezTo>
                  <a:cubicBezTo>
                    <a:pt x="1094740" y="600710"/>
                    <a:pt x="1061720" y="589280"/>
                    <a:pt x="1055370" y="591820"/>
                  </a:cubicBezTo>
                  <a:cubicBezTo>
                    <a:pt x="1052830" y="591820"/>
                    <a:pt x="1054100" y="594360"/>
                    <a:pt x="1052830" y="595630"/>
                  </a:cubicBezTo>
                  <a:cubicBezTo>
                    <a:pt x="1050290" y="598170"/>
                    <a:pt x="1046480" y="604520"/>
                    <a:pt x="1046480" y="604520"/>
                  </a:cubicBezTo>
                  <a:cubicBezTo>
                    <a:pt x="1046480" y="604520"/>
                    <a:pt x="1041400" y="609600"/>
                    <a:pt x="1038860" y="612140"/>
                  </a:cubicBezTo>
                  <a:cubicBezTo>
                    <a:pt x="1036320" y="613410"/>
                    <a:pt x="1031240" y="618490"/>
                    <a:pt x="1031240" y="618490"/>
                  </a:cubicBezTo>
                  <a:cubicBezTo>
                    <a:pt x="1031240" y="618490"/>
                    <a:pt x="1024890" y="622300"/>
                    <a:pt x="1022350" y="623570"/>
                  </a:cubicBezTo>
                  <a:cubicBezTo>
                    <a:pt x="1018540" y="626110"/>
                    <a:pt x="1013460" y="628650"/>
                    <a:pt x="1012190" y="628650"/>
                  </a:cubicBezTo>
                  <a:cubicBezTo>
                    <a:pt x="1012190" y="628650"/>
                    <a:pt x="1005840" y="628650"/>
                    <a:pt x="1004570" y="631190"/>
                  </a:cubicBezTo>
                  <a:cubicBezTo>
                    <a:pt x="998220" y="638810"/>
                    <a:pt x="1003300" y="707390"/>
                    <a:pt x="1003300" y="707390"/>
                  </a:cubicBezTo>
                  <a:moveTo>
                    <a:pt x="1220470" y="962660"/>
                  </a:moveTo>
                  <a:cubicBezTo>
                    <a:pt x="1286510" y="974090"/>
                    <a:pt x="1319530" y="956310"/>
                    <a:pt x="1348740" y="941070"/>
                  </a:cubicBezTo>
                  <a:cubicBezTo>
                    <a:pt x="1380490" y="924560"/>
                    <a:pt x="1414780" y="897890"/>
                    <a:pt x="1446530" y="877570"/>
                  </a:cubicBezTo>
                  <a:cubicBezTo>
                    <a:pt x="1474470" y="858520"/>
                    <a:pt x="1499870" y="840740"/>
                    <a:pt x="1525270" y="820420"/>
                  </a:cubicBezTo>
                  <a:cubicBezTo>
                    <a:pt x="1548130" y="801370"/>
                    <a:pt x="1569720" y="778510"/>
                    <a:pt x="1591310" y="758190"/>
                  </a:cubicBezTo>
                  <a:cubicBezTo>
                    <a:pt x="1611630" y="739140"/>
                    <a:pt x="1631950" y="725170"/>
                    <a:pt x="1649730" y="704850"/>
                  </a:cubicBezTo>
                  <a:cubicBezTo>
                    <a:pt x="1671320" y="681990"/>
                    <a:pt x="1701800" y="655320"/>
                    <a:pt x="1709420" y="627380"/>
                  </a:cubicBezTo>
                  <a:cubicBezTo>
                    <a:pt x="1717040" y="603250"/>
                    <a:pt x="1719580" y="565150"/>
                    <a:pt x="1704340" y="548640"/>
                  </a:cubicBezTo>
                  <a:cubicBezTo>
                    <a:pt x="1685290" y="529590"/>
                    <a:pt x="1626870" y="537210"/>
                    <a:pt x="1593850" y="530860"/>
                  </a:cubicBezTo>
                  <a:cubicBezTo>
                    <a:pt x="1565910" y="525780"/>
                    <a:pt x="1544320" y="519430"/>
                    <a:pt x="1518920" y="513080"/>
                  </a:cubicBezTo>
                  <a:cubicBezTo>
                    <a:pt x="1492250" y="506730"/>
                    <a:pt x="1466850" y="497840"/>
                    <a:pt x="1438910" y="492760"/>
                  </a:cubicBezTo>
                  <a:cubicBezTo>
                    <a:pt x="1408430" y="486410"/>
                    <a:pt x="1375410" y="480060"/>
                    <a:pt x="1346200" y="477520"/>
                  </a:cubicBezTo>
                  <a:cubicBezTo>
                    <a:pt x="1319530" y="476250"/>
                    <a:pt x="1289050" y="476250"/>
                    <a:pt x="1267460" y="478790"/>
                  </a:cubicBezTo>
                  <a:cubicBezTo>
                    <a:pt x="1253490" y="478790"/>
                    <a:pt x="1234440" y="478790"/>
                    <a:pt x="1233170" y="482600"/>
                  </a:cubicBezTo>
                  <a:cubicBezTo>
                    <a:pt x="1233170" y="488950"/>
                    <a:pt x="1264920" y="500380"/>
                    <a:pt x="1282700" y="511810"/>
                  </a:cubicBezTo>
                  <a:cubicBezTo>
                    <a:pt x="1304290" y="525780"/>
                    <a:pt x="1329690" y="542290"/>
                    <a:pt x="1350010" y="560070"/>
                  </a:cubicBezTo>
                  <a:cubicBezTo>
                    <a:pt x="1371600" y="577850"/>
                    <a:pt x="1391920" y="596900"/>
                    <a:pt x="1409700" y="618490"/>
                  </a:cubicBezTo>
                  <a:cubicBezTo>
                    <a:pt x="1427480" y="641350"/>
                    <a:pt x="1447800" y="668020"/>
                    <a:pt x="1456690" y="697230"/>
                  </a:cubicBezTo>
                  <a:cubicBezTo>
                    <a:pt x="1464310" y="727710"/>
                    <a:pt x="1466850" y="765810"/>
                    <a:pt x="1456690" y="797560"/>
                  </a:cubicBezTo>
                  <a:cubicBezTo>
                    <a:pt x="1446530" y="831850"/>
                    <a:pt x="1416050" y="868680"/>
                    <a:pt x="1386840" y="890270"/>
                  </a:cubicBezTo>
                  <a:cubicBezTo>
                    <a:pt x="1360170" y="911860"/>
                    <a:pt x="1319530" y="916940"/>
                    <a:pt x="1290320" y="929640"/>
                  </a:cubicBezTo>
                  <a:cubicBezTo>
                    <a:pt x="1264920" y="939800"/>
                    <a:pt x="1220470" y="962660"/>
                    <a:pt x="1220470" y="962660"/>
                  </a:cubicBezTo>
                  <a:moveTo>
                    <a:pt x="1236980" y="303530"/>
                  </a:moveTo>
                  <a:cubicBezTo>
                    <a:pt x="1262380" y="299720"/>
                    <a:pt x="1300480" y="300990"/>
                    <a:pt x="1327150" y="300990"/>
                  </a:cubicBezTo>
                  <a:cubicBezTo>
                    <a:pt x="1356360" y="302260"/>
                    <a:pt x="1386840" y="299720"/>
                    <a:pt x="1416050" y="303530"/>
                  </a:cubicBezTo>
                  <a:cubicBezTo>
                    <a:pt x="1442720" y="307340"/>
                    <a:pt x="1468120" y="317500"/>
                    <a:pt x="1494790" y="323850"/>
                  </a:cubicBezTo>
                  <a:cubicBezTo>
                    <a:pt x="1522730" y="331470"/>
                    <a:pt x="1553210" y="337820"/>
                    <a:pt x="1579880" y="345440"/>
                  </a:cubicBezTo>
                  <a:cubicBezTo>
                    <a:pt x="1606550" y="353060"/>
                    <a:pt x="1630680" y="358140"/>
                    <a:pt x="1657350" y="367030"/>
                  </a:cubicBezTo>
                  <a:cubicBezTo>
                    <a:pt x="1687830" y="378460"/>
                    <a:pt x="1727200" y="397510"/>
                    <a:pt x="1751330" y="411480"/>
                  </a:cubicBezTo>
                  <a:cubicBezTo>
                    <a:pt x="1765300" y="419100"/>
                    <a:pt x="1783080" y="436880"/>
                    <a:pt x="1785620" y="434340"/>
                  </a:cubicBezTo>
                  <a:cubicBezTo>
                    <a:pt x="1788160" y="433070"/>
                    <a:pt x="1784350" y="421640"/>
                    <a:pt x="1780540" y="412750"/>
                  </a:cubicBezTo>
                  <a:cubicBezTo>
                    <a:pt x="1774190" y="393700"/>
                    <a:pt x="1758950" y="354330"/>
                    <a:pt x="1742440" y="330200"/>
                  </a:cubicBezTo>
                  <a:cubicBezTo>
                    <a:pt x="1725930" y="306070"/>
                    <a:pt x="1705610" y="285750"/>
                    <a:pt x="1682750" y="265430"/>
                  </a:cubicBezTo>
                  <a:cubicBezTo>
                    <a:pt x="1657350" y="245110"/>
                    <a:pt x="1623060" y="228600"/>
                    <a:pt x="1593850" y="210820"/>
                  </a:cubicBezTo>
                  <a:cubicBezTo>
                    <a:pt x="1567180" y="191770"/>
                    <a:pt x="1541780" y="161290"/>
                    <a:pt x="1513840" y="156210"/>
                  </a:cubicBezTo>
                  <a:cubicBezTo>
                    <a:pt x="1487170" y="152400"/>
                    <a:pt x="1457960" y="167640"/>
                    <a:pt x="1430020" y="179070"/>
                  </a:cubicBezTo>
                  <a:cubicBezTo>
                    <a:pt x="1399540" y="193040"/>
                    <a:pt x="1367790" y="215900"/>
                    <a:pt x="1339850" y="233680"/>
                  </a:cubicBezTo>
                  <a:cubicBezTo>
                    <a:pt x="1314450" y="248920"/>
                    <a:pt x="1289050" y="266700"/>
                    <a:pt x="1270000" y="279400"/>
                  </a:cubicBezTo>
                  <a:cubicBezTo>
                    <a:pt x="1257300" y="289560"/>
                    <a:pt x="1236980" y="303530"/>
                    <a:pt x="1236980" y="303530"/>
                  </a:cubicBezTo>
                  <a:moveTo>
                    <a:pt x="1612900" y="970280"/>
                  </a:moveTo>
                  <a:cubicBezTo>
                    <a:pt x="1634490" y="955040"/>
                    <a:pt x="1692910" y="901700"/>
                    <a:pt x="1703070" y="890270"/>
                  </a:cubicBezTo>
                  <a:cubicBezTo>
                    <a:pt x="1706880" y="886460"/>
                    <a:pt x="1709420" y="882650"/>
                    <a:pt x="1708150" y="882650"/>
                  </a:cubicBezTo>
                  <a:cubicBezTo>
                    <a:pt x="1708150" y="882650"/>
                    <a:pt x="1700530" y="889000"/>
                    <a:pt x="1694180" y="895350"/>
                  </a:cubicBezTo>
                  <a:cubicBezTo>
                    <a:pt x="1680210" y="909320"/>
                    <a:pt x="1638300" y="949960"/>
                    <a:pt x="1624330" y="961390"/>
                  </a:cubicBezTo>
                  <a:cubicBezTo>
                    <a:pt x="1619250" y="965200"/>
                    <a:pt x="1612900" y="970280"/>
                    <a:pt x="1612900" y="970280"/>
                  </a:cubicBezTo>
                </a:path>
              </a:pathLst>
            </a:custGeom>
            <a:solidFill>
              <a:srgbClr val="FFFFFF"/>
            </a:solidFill>
            <a:ln cap="sq">
              <a:noFill/>
              <a:prstDash val="solid"/>
              <a:miter/>
            </a:ln>
          </p:spPr>
        </p:sp>
      </p:grpSp>
      <p:grpSp>
        <p:nvGrpSpPr>
          <p:cNvPr id="16" name="Group 16"/>
          <p:cNvGrpSpPr/>
          <p:nvPr/>
        </p:nvGrpSpPr>
        <p:grpSpPr>
          <a:xfrm>
            <a:off x="10758488" y="-103823"/>
            <a:ext cx="1594485" cy="845820"/>
            <a:chOff x="0" y="0"/>
            <a:chExt cx="2125980" cy="1127760"/>
          </a:xfrm>
        </p:grpSpPr>
        <p:sp>
          <p:nvSpPr>
            <p:cNvPr id="17" name="Freeform 17"/>
            <p:cNvSpPr/>
            <p:nvPr/>
          </p:nvSpPr>
          <p:spPr>
            <a:xfrm>
              <a:off x="45720" y="48260"/>
              <a:ext cx="2029460" cy="1029970"/>
            </a:xfrm>
            <a:custGeom>
              <a:avLst/>
              <a:gdLst/>
              <a:ahLst/>
              <a:cxnLst/>
              <a:rect l="l" t="t" r="r" b="b"/>
              <a:pathLst>
                <a:path w="2029460" h="1029970">
                  <a:moveTo>
                    <a:pt x="5080" y="363220"/>
                  </a:moveTo>
                  <a:cubicBezTo>
                    <a:pt x="67310" y="219710"/>
                    <a:pt x="107950" y="182880"/>
                    <a:pt x="129540" y="170180"/>
                  </a:cubicBezTo>
                  <a:cubicBezTo>
                    <a:pt x="139700" y="165100"/>
                    <a:pt x="148590" y="168910"/>
                    <a:pt x="154940" y="162560"/>
                  </a:cubicBezTo>
                  <a:cubicBezTo>
                    <a:pt x="162560" y="154940"/>
                    <a:pt x="154940" y="133350"/>
                    <a:pt x="165100" y="123190"/>
                  </a:cubicBezTo>
                  <a:cubicBezTo>
                    <a:pt x="181610" y="107950"/>
                    <a:pt x="234950" y="104140"/>
                    <a:pt x="267970" y="100330"/>
                  </a:cubicBezTo>
                  <a:cubicBezTo>
                    <a:pt x="295910" y="97790"/>
                    <a:pt x="322580" y="100330"/>
                    <a:pt x="349250" y="101600"/>
                  </a:cubicBezTo>
                  <a:cubicBezTo>
                    <a:pt x="374650" y="101600"/>
                    <a:pt x="401320" y="104140"/>
                    <a:pt x="427990" y="106680"/>
                  </a:cubicBezTo>
                  <a:cubicBezTo>
                    <a:pt x="453390" y="110490"/>
                    <a:pt x="491490" y="119380"/>
                    <a:pt x="501650" y="119380"/>
                  </a:cubicBezTo>
                  <a:cubicBezTo>
                    <a:pt x="505460" y="120650"/>
                    <a:pt x="504190" y="119380"/>
                    <a:pt x="508000" y="119380"/>
                  </a:cubicBezTo>
                  <a:cubicBezTo>
                    <a:pt x="519430" y="119380"/>
                    <a:pt x="566420" y="119380"/>
                    <a:pt x="595630" y="119380"/>
                  </a:cubicBezTo>
                  <a:cubicBezTo>
                    <a:pt x="622300" y="119380"/>
                    <a:pt x="646430" y="118110"/>
                    <a:pt x="675640" y="119380"/>
                  </a:cubicBezTo>
                  <a:cubicBezTo>
                    <a:pt x="711200" y="121920"/>
                    <a:pt x="768350" y="133350"/>
                    <a:pt x="793750" y="135890"/>
                  </a:cubicBezTo>
                  <a:cubicBezTo>
                    <a:pt x="803910" y="137160"/>
                    <a:pt x="814070" y="138430"/>
                    <a:pt x="816610" y="137160"/>
                  </a:cubicBezTo>
                  <a:cubicBezTo>
                    <a:pt x="817880" y="137160"/>
                    <a:pt x="816610" y="137160"/>
                    <a:pt x="817880" y="137160"/>
                  </a:cubicBezTo>
                  <a:cubicBezTo>
                    <a:pt x="819150" y="135890"/>
                    <a:pt x="826770" y="130810"/>
                    <a:pt x="826770" y="130810"/>
                  </a:cubicBezTo>
                  <a:cubicBezTo>
                    <a:pt x="826770" y="130810"/>
                    <a:pt x="833120" y="129540"/>
                    <a:pt x="836930" y="128270"/>
                  </a:cubicBezTo>
                  <a:cubicBezTo>
                    <a:pt x="839470" y="127000"/>
                    <a:pt x="845820" y="124460"/>
                    <a:pt x="845820" y="124460"/>
                  </a:cubicBezTo>
                  <a:cubicBezTo>
                    <a:pt x="847090" y="124460"/>
                    <a:pt x="853440" y="124460"/>
                    <a:pt x="857250" y="123190"/>
                  </a:cubicBezTo>
                  <a:cubicBezTo>
                    <a:pt x="859790" y="123190"/>
                    <a:pt x="867410" y="123190"/>
                    <a:pt x="867410" y="123190"/>
                  </a:cubicBezTo>
                  <a:cubicBezTo>
                    <a:pt x="867410" y="123190"/>
                    <a:pt x="963930" y="123190"/>
                    <a:pt x="990600" y="123190"/>
                  </a:cubicBezTo>
                  <a:cubicBezTo>
                    <a:pt x="1004570" y="123190"/>
                    <a:pt x="1018540" y="124460"/>
                    <a:pt x="1019810" y="123190"/>
                  </a:cubicBezTo>
                  <a:cubicBezTo>
                    <a:pt x="1021080" y="121920"/>
                    <a:pt x="1019810" y="120650"/>
                    <a:pt x="1019810" y="120650"/>
                  </a:cubicBezTo>
                  <a:cubicBezTo>
                    <a:pt x="1018540" y="120650"/>
                    <a:pt x="1017270" y="114300"/>
                    <a:pt x="1017270" y="110490"/>
                  </a:cubicBezTo>
                  <a:cubicBezTo>
                    <a:pt x="1016000" y="107950"/>
                    <a:pt x="1014730" y="100330"/>
                    <a:pt x="1014730" y="100330"/>
                  </a:cubicBezTo>
                  <a:cubicBezTo>
                    <a:pt x="1014730" y="100330"/>
                    <a:pt x="1014730" y="93980"/>
                    <a:pt x="1014730" y="90170"/>
                  </a:cubicBezTo>
                  <a:cubicBezTo>
                    <a:pt x="1014730" y="86360"/>
                    <a:pt x="1014730" y="80010"/>
                    <a:pt x="1014730" y="78740"/>
                  </a:cubicBezTo>
                  <a:cubicBezTo>
                    <a:pt x="1014730" y="78740"/>
                    <a:pt x="1016000" y="72390"/>
                    <a:pt x="1017270" y="68580"/>
                  </a:cubicBezTo>
                  <a:cubicBezTo>
                    <a:pt x="1017270" y="66040"/>
                    <a:pt x="1019810" y="58420"/>
                    <a:pt x="1019810" y="58420"/>
                  </a:cubicBezTo>
                  <a:cubicBezTo>
                    <a:pt x="1019810" y="58420"/>
                    <a:pt x="1022350" y="52070"/>
                    <a:pt x="1024890" y="49530"/>
                  </a:cubicBezTo>
                  <a:cubicBezTo>
                    <a:pt x="1026160" y="45720"/>
                    <a:pt x="1028700" y="40640"/>
                    <a:pt x="1028700" y="40640"/>
                  </a:cubicBezTo>
                  <a:cubicBezTo>
                    <a:pt x="1029970" y="39370"/>
                    <a:pt x="1033780" y="34290"/>
                    <a:pt x="1036320" y="31750"/>
                  </a:cubicBezTo>
                  <a:cubicBezTo>
                    <a:pt x="1038860" y="29210"/>
                    <a:pt x="1043940" y="24130"/>
                    <a:pt x="1043940" y="24130"/>
                  </a:cubicBezTo>
                  <a:cubicBezTo>
                    <a:pt x="1043940" y="24130"/>
                    <a:pt x="1049020" y="20320"/>
                    <a:pt x="1051560" y="17780"/>
                  </a:cubicBezTo>
                  <a:cubicBezTo>
                    <a:pt x="1055370" y="16510"/>
                    <a:pt x="1060450" y="12700"/>
                    <a:pt x="1060450" y="12700"/>
                  </a:cubicBezTo>
                  <a:cubicBezTo>
                    <a:pt x="1060450" y="12700"/>
                    <a:pt x="1068070" y="10160"/>
                    <a:pt x="1070610" y="8890"/>
                  </a:cubicBezTo>
                  <a:cubicBezTo>
                    <a:pt x="1074420" y="7620"/>
                    <a:pt x="1080770" y="5080"/>
                    <a:pt x="1080770" y="5080"/>
                  </a:cubicBezTo>
                  <a:cubicBezTo>
                    <a:pt x="1080770" y="5080"/>
                    <a:pt x="1087120" y="3810"/>
                    <a:pt x="1090930" y="3810"/>
                  </a:cubicBezTo>
                  <a:cubicBezTo>
                    <a:pt x="1094740" y="3810"/>
                    <a:pt x="1101090" y="2540"/>
                    <a:pt x="1101090" y="2540"/>
                  </a:cubicBezTo>
                  <a:cubicBezTo>
                    <a:pt x="1102360" y="2540"/>
                    <a:pt x="1156970" y="0"/>
                    <a:pt x="1184910" y="3810"/>
                  </a:cubicBezTo>
                  <a:cubicBezTo>
                    <a:pt x="1214120" y="7620"/>
                    <a:pt x="1245870" y="17780"/>
                    <a:pt x="1275080" y="25400"/>
                  </a:cubicBezTo>
                  <a:cubicBezTo>
                    <a:pt x="1301750" y="31750"/>
                    <a:pt x="1327150" y="39370"/>
                    <a:pt x="1353820" y="45720"/>
                  </a:cubicBezTo>
                  <a:cubicBezTo>
                    <a:pt x="1380490" y="53340"/>
                    <a:pt x="1422400" y="63500"/>
                    <a:pt x="1433830" y="67310"/>
                  </a:cubicBezTo>
                  <a:cubicBezTo>
                    <a:pt x="1436370" y="68580"/>
                    <a:pt x="1437640" y="69850"/>
                    <a:pt x="1438910" y="69850"/>
                  </a:cubicBezTo>
                  <a:cubicBezTo>
                    <a:pt x="1442720" y="68580"/>
                    <a:pt x="1445260" y="63500"/>
                    <a:pt x="1452880" y="59690"/>
                  </a:cubicBezTo>
                  <a:cubicBezTo>
                    <a:pt x="1468120" y="50800"/>
                    <a:pt x="1504950" y="35560"/>
                    <a:pt x="1532890" y="29210"/>
                  </a:cubicBezTo>
                  <a:cubicBezTo>
                    <a:pt x="1563370" y="22860"/>
                    <a:pt x="1598930" y="19050"/>
                    <a:pt x="1626870" y="24130"/>
                  </a:cubicBezTo>
                  <a:cubicBezTo>
                    <a:pt x="1653540" y="30480"/>
                    <a:pt x="1682750" y="43180"/>
                    <a:pt x="1700530" y="60960"/>
                  </a:cubicBezTo>
                  <a:cubicBezTo>
                    <a:pt x="1717040" y="77470"/>
                    <a:pt x="1729740" y="125730"/>
                    <a:pt x="1731010" y="125730"/>
                  </a:cubicBezTo>
                  <a:cubicBezTo>
                    <a:pt x="1732280" y="125730"/>
                    <a:pt x="1784350" y="125730"/>
                    <a:pt x="1811020" y="125730"/>
                  </a:cubicBezTo>
                  <a:cubicBezTo>
                    <a:pt x="1841500" y="125730"/>
                    <a:pt x="1873250" y="119380"/>
                    <a:pt x="1902460" y="125730"/>
                  </a:cubicBezTo>
                  <a:cubicBezTo>
                    <a:pt x="1934210" y="130810"/>
                    <a:pt x="1974850" y="137160"/>
                    <a:pt x="1995170" y="160020"/>
                  </a:cubicBezTo>
                  <a:cubicBezTo>
                    <a:pt x="2019300" y="186690"/>
                    <a:pt x="2029460" y="245110"/>
                    <a:pt x="2028190" y="284480"/>
                  </a:cubicBezTo>
                  <a:cubicBezTo>
                    <a:pt x="2026920" y="320040"/>
                    <a:pt x="2006600" y="354330"/>
                    <a:pt x="1993900" y="388620"/>
                  </a:cubicBezTo>
                  <a:cubicBezTo>
                    <a:pt x="1982470" y="421640"/>
                    <a:pt x="1967230" y="454660"/>
                    <a:pt x="1953260" y="487680"/>
                  </a:cubicBezTo>
                  <a:cubicBezTo>
                    <a:pt x="1939290" y="519430"/>
                    <a:pt x="1925320" y="548640"/>
                    <a:pt x="1912620" y="582930"/>
                  </a:cubicBezTo>
                  <a:cubicBezTo>
                    <a:pt x="1898650" y="619760"/>
                    <a:pt x="1882140" y="661670"/>
                    <a:pt x="1871980" y="699770"/>
                  </a:cubicBezTo>
                  <a:cubicBezTo>
                    <a:pt x="1863090" y="735330"/>
                    <a:pt x="1859280" y="768350"/>
                    <a:pt x="1852930" y="802640"/>
                  </a:cubicBezTo>
                  <a:cubicBezTo>
                    <a:pt x="1845310" y="836930"/>
                    <a:pt x="1841500" y="873760"/>
                    <a:pt x="1828800" y="906780"/>
                  </a:cubicBezTo>
                  <a:cubicBezTo>
                    <a:pt x="1817370" y="941070"/>
                    <a:pt x="1804670" y="984250"/>
                    <a:pt x="1779270" y="1003300"/>
                  </a:cubicBezTo>
                  <a:cubicBezTo>
                    <a:pt x="1756410" y="1022350"/>
                    <a:pt x="1718310" y="1022350"/>
                    <a:pt x="1689100" y="1026160"/>
                  </a:cubicBezTo>
                  <a:cubicBezTo>
                    <a:pt x="1662430" y="1029970"/>
                    <a:pt x="1640840" y="1028700"/>
                    <a:pt x="1611630" y="1027430"/>
                  </a:cubicBezTo>
                  <a:cubicBezTo>
                    <a:pt x="1573530" y="1026160"/>
                    <a:pt x="1517650" y="1021080"/>
                    <a:pt x="1478280" y="1013460"/>
                  </a:cubicBezTo>
                  <a:cubicBezTo>
                    <a:pt x="1446530" y="1008380"/>
                    <a:pt x="1422400" y="1000760"/>
                    <a:pt x="1393190" y="991870"/>
                  </a:cubicBezTo>
                  <a:cubicBezTo>
                    <a:pt x="1360170" y="980440"/>
                    <a:pt x="1320800" y="967740"/>
                    <a:pt x="1289050" y="951230"/>
                  </a:cubicBezTo>
                  <a:cubicBezTo>
                    <a:pt x="1258570" y="935990"/>
                    <a:pt x="1225550" y="923290"/>
                    <a:pt x="1203960" y="899160"/>
                  </a:cubicBezTo>
                  <a:cubicBezTo>
                    <a:pt x="1183640" y="877570"/>
                    <a:pt x="1173480" y="842010"/>
                    <a:pt x="1164590" y="815340"/>
                  </a:cubicBezTo>
                  <a:cubicBezTo>
                    <a:pt x="1158240" y="793750"/>
                    <a:pt x="1165860" y="760730"/>
                    <a:pt x="1153160" y="750570"/>
                  </a:cubicBezTo>
                  <a:cubicBezTo>
                    <a:pt x="1141730" y="740410"/>
                    <a:pt x="1115060" y="750570"/>
                    <a:pt x="1092200" y="750570"/>
                  </a:cubicBezTo>
                  <a:cubicBezTo>
                    <a:pt x="1062990" y="750570"/>
                    <a:pt x="1024890" y="751840"/>
                    <a:pt x="990600" y="751840"/>
                  </a:cubicBezTo>
                  <a:cubicBezTo>
                    <a:pt x="955040" y="751840"/>
                    <a:pt x="916940" y="751840"/>
                    <a:pt x="882650" y="751840"/>
                  </a:cubicBezTo>
                  <a:cubicBezTo>
                    <a:pt x="850900" y="751840"/>
                    <a:pt x="820420" y="754380"/>
                    <a:pt x="791210" y="750570"/>
                  </a:cubicBezTo>
                  <a:cubicBezTo>
                    <a:pt x="762000" y="748030"/>
                    <a:pt x="736600" y="739140"/>
                    <a:pt x="708660" y="734060"/>
                  </a:cubicBezTo>
                  <a:cubicBezTo>
                    <a:pt x="678180" y="726440"/>
                    <a:pt x="645160" y="716280"/>
                    <a:pt x="614680" y="712470"/>
                  </a:cubicBezTo>
                  <a:cubicBezTo>
                    <a:pt x="588010" y="709930"/>
                    <a:pt x="563880" y="713740"/>
                    <a:pt x="535940" y="713740"/>
                  </a:cubicBezTo>
                  <a:cubicBezTo>
                    <a:pt x="502920" y="713740"/>
                    <a:pt x="426720" y="713740"/>
                    <a:pt x="426720" y="713740"/>
                  </a:cubicBezTo>
                  <a:cubicBezTo>
                    <a:pt x="426720" y="713740"/>
                    <a:pt x="419100" y="712470"/>
                    <a:pt x="416560" y="712470"/>
                  </a:cubicBezTo>
                  <a:cubicBezTo>
                    <a:pt x="412750" y="712470"/>
                    <a:pt x="405130" y="711200"/>
                    <a:pt x="405130" y="711200"/>
                  </a:cubicBezTo>
                  <a:cubicBezTo>
                    <a:pt x="405130" y="711200"/>
                    <a:pt x="398780" y="708660"/>
                    <a:pt x="396240" y="707390"/>
                  </a:cubicBezTo>
                  <a:cubicBezTo>
                    <a:pt x="392430" y="706120"/>
                    <a:pt x="386080" y="703580"/>
                    <a:pt x="386080" y="703580"/>
                  </a:cubicBezTo>
                  <a:cubicBezTo>
                    <a:pt x="386080" y="703580"/>
                    <a:pt x="379730" y="699770"/>
                    <a:pt x="377190" y="697230"/>
                  </a:cubicBezTo>
                  <a:cubicBezTo>
                    <a:pt x="374650" y="695960"/>
                    <a:pt x="368300" y="692150"/>
                    <a:pt x="368300" y="692150"/>
                  </a:cubicBezTo>
                  <a:cubicBezTo>
                    <a:pt x="368300" y="692150"/>
                    <a:pt x="363220" y="687070"/>
                    <a:pt x="360680" y="684530"/>
                  </a:cubicBezTo>
                  <a:cubicBezTo>
                    <a:pt x="359410" y="680720"/>
                    <a:pt x="354330" y="675640"/>
                    <a:pt x="354330" y="675640"/>
                  </a:cubicBezTo>
                  <a:cubicBezTo>
                    <a:pt x="354330" y="675640"/>
                    <a:pt x="350520" y="669290"/>
                    <a:pt x="349250" y="666750"/>
                  </a:cubicBezTo>
                  <a:cubicBezTo>
                    <a:pt x="347980" y="662940"/>
                    <a:pt x="344170" y="657860"/>
                    <a:pt x="344170" y="657860"/>
                  </a:cubicBezTo>
                  <a:cubicBezTo>
                    <a:pt x="344170" y="656590"/>
                    <a:pt x="342900" y="650240"/>
                    <a:pt x="341630" y="646430"/>
                  </a:cubicBezTo>
                  <a:cubicBezTo>
                    <a:pt x="341630" y="643890"/>
                    <a:pt x="339090" y="636270"/>
                    <a:pt x="339090" y="636270"/>
                  </a:cubicBezTo>
                  <a:cubicBezTo>
                    <a:pt x="339090" y="636270"/>
                    <a:pt x="340360" y="635000"/>
                    <a:pt x="339090" y="635000"/>
                  </a:cubicBezTo>
                  <a:cubicBezTo>
                    <a:pt x="336550" y="632460"/>
                    <a:pt x="313690" y="635000"/>
                    <a:pt x="297180" y="635000"/>
                  </a:cubicBezTo>
                  <a:cubicBezTo>
                    <a:pt x="274320" y="635000"/>
                    <a:pt x="246380" y="640080"/>
                    <a:pt x="217170" y="635000"/>
                  </a:cubicBezTo>
                  <a:cubicBezTo>
                    <a:pt x="181610" y="628650"/>
                    <a:pt x="129540" y="614680"/>
                    <a:pt x="99060" y="595630"/>
                  </a:cubicBezTo>
                  <a:cubicBezTo>
                    <a:pt x="74930" y="580390"/>
                    <a:pt x="59690" y="561340"/>
                    <a:pt x="45720" y="538480"/>
                  </a:cubicBezTo>
                  <a:cubicBezTo>
                    <a:pt x="27940" y="511810"/>
                    <a:pt x="12700" y="476250"/>
                    <a:pt x="6350" y="445770"/>
                  </a:cubicBezTo>
                  <a:cubicBezTo>
                    <a:pt x="0" y="417830"/>
                    <a:pt x="5080" y="363220"/>
                    <a:pt x="5080" y="363220"/>
                  </a:cubicBezTo>
                  <a:moveTo>
                    <a:pt x="203200" y="340360"/>
                  </a:moveTo>
                  <a:cubicBezTo>
                    <a:pt x="208280" y="340360"/>
                    <a:pt x="208280" y="340360"/>
                    <a:pt x="208280" y="340360"/>
                  </a:cubicBezTo>
                  <a:cubicBezTo>
                    <a:pt x="208280" y="340360"/>
                    <a:pt x="227330" y="340360"/>
                    <a:pt x="227330" y="340360"/>
                  </a:cubicBezTo>
                  <a:cubicBezTo>
                    <a:pt x="227330" y="339090"/>
                    <a:pt x="209550" y="332740"/>
                    <a:pt x="205740" y="334010"/>
                  </a:cubicBezTo>
                  <a:cubicBezTo>
                    <a:pt x="204470" y="335280"/>
                    <a:pt x="203200" y="340360"/>
                    <a:pt x="203200" y="340360"/>
                  </a:cubicBezTo>
                  <a:moveTo>
                    <a:pt x="984250" y="337820"/>
                  </a:moveTo>
                  <a:cubicBezTo>
                    <a:pt x="986790" y="340360"/>
                    <a:pt x="986790" y="340360"/>
                    <a:pt x="986790" y="340360"/>
                  </a:cubicBezTo>
                  <a:cubicBezTo>
                    <a:pt x="986790" y="341630"/>
                    <a:pt x="989330" y="346710"/>
                    <a:pt x="991870" y="350520"/>
                  </a:cubicBezTo>
                  <a:cubicBezTo>
                    <a:pt x="993140" y="353060"/>
                    <a:pt x="995680" y="359410"/>
                    <a:pt x="995680" y="359410"/>
                  </a:cubicBezTo>
                  <a:cubicBezTo>
                    <a:pt x="995680" y="360680"/>
                    <a:pt x="995680" y="360680"/>
                    <a:pt x="995680" y="360680"/>
                  </a:cubicBezTo>
                  <a:cubicBezTo>
                    <a:pt x="995680" y="360680"/>
                    <a:pt x="995680" y="364490"/>
                    <a:pt x="996950" y="365760"/>
                  </a:cubicBezTo>
                  <a:cubicBezTo>
                    <a:pt x="998220" y="365760"/>
                    <a:pt x="998220" y="365760"/>
                    <a:pt x="999490" y="365760"/>
                  </a:cubicBezTo>
                  <a:cubicBezTo>
                    <a:pt x="1009650" y="365760"/>
                    <a:pt x="1069340" y="360680"/>
                    <a:pt x="1106170" y="356870"/>
                  </a:cubicBezTo>
                  <a:cubicBezTo>
                    <a:pt x="1144270" y="351790"/>
                    <a:pt x="1205230" y="341630"/>
                    <a:pt x="1223010" y="339090"/>
                  </a:cubicBezTo>
                  <a:cubicBezTo>
                    <a:pt x="1228090" y="339090"/>
                    <a:pt x="1231900" y="339090"/>
                    <a:pt x="1233170" y="337820"/>
                  </a:cubicBezTo>
                  <a:cubicBezTo>
                    <a:pt x="1234440" y="337820"/>
                    <a:pt x="1235710" y="335280"/>
                    <a:pt x="1235710" y="334010"/>
                  </a:cubicBezTo>
                  <a:cubicBezTo>
                    <a:pt x="1235710" y="334010"/>
                    <a:pt x="1234440" y="334010"/>
                    <a:pt x="1234440" y="334010"/>
                  </a:cubicBezTo>
                  <a:cubicBezTo>
                    <a:pt x="1231900" y="334010"/>
                    <a:pt x="1220470" y="334010"/>
                    <a:pt x="1216660" y="334010"/>
                  </a:cubicBezTo>
                  <a:cubicBezTo>
                    <a:pt x="1214120" y="335280"/>
                    <a:pt x="1211580" y="335280"/>
                    <a:pt x="1211580" y="335280"/>
                  </a:cubicBezTo>
                  <a:cubicBezTo>
                    <a:pt x="1211580" y="336550"/>
                    <a:pt x="1205230" y="336550"/>
                    <a:pt x="1201420" y="336550"/>
                  </a:cubicBezTo>
                  <a:cubicBezTo>
                    <a:pt x="1197610" y="337820"/>
                    <a:pt x="1191260" y="337820"/>
                    <a:pt x="1189990" y="337820"/>
                  </a:cubicBezTo>
                  <a:cubicBezTo>
                    <a:pt x="1189990" y="337820"/>
                    <a:pt x="1123950" y="337820"/>
                    <a:pt x="1093470" y="337820"/>
                  </a:cubicBezTo>
                  <a:cubicBezTo>
                    <a:pt x="1065530" y="337820"/>
                    <a:pt x="1036320" y="337820"/>
                    <a:pt x="1016000" y="337820"/>
                  </a:cubicBezTo>
                  <a:cubicBezTo>
                    <a:pt x="1003300" y="337820"/>
                    <a:pt x="984250" y="337820"/>
                    <a:pt x="984250" y="337820"/>
                  </a:cubicBezTo>
                  <a:moveTo>
                    <a:pt x="1315720" y="742950"/>
                  </a:moveTo>
                  <a:cubicBezTo>
                    <a:pt x="1327150" y="791210"/>
                    <a:pt x="1361440" y="805180"/>
                    <a:pt x="1385570" y="814070"/>
                  </a:cubicBezTo>
                  <a:cubicBezTo>
                    <a:pt x="1407160" y="822960"/>
                    <a:pt x="1449070" y="839470"/>
                    <a:pt x="1455420" y="831850"/>
                  </a:cubicBezTo>
                  <a:cubicBezTo>
                    <a:pt x="1460500" y="824230"/>
                    <a:pt x="1409700" y="773430"/>
                    <a:pt x="1403350" y="753110"/>
                  </a:cubicBezTo>
                  <a:cubicBezTo>
                    <a:pt x="1400810" y="744220"/>
                    <a:pt x="1407160" y="732790"/>
                    <a:pt x="1404620" y="730250"/>
                  </a:cubicBezTo>
                  <a:cubicBezTo>
                    <a:pt x="1402080" y="727710"/>
                    <a:pt x="1399540" y="730250"/>
                    <a:pt x="1395730" y="730250"/>
                  </a:cubicBezTo>
                  <a:cubicBezTo>
                    <a:pt x="1381760" y="731520"/>
                    <a:pt x="1315720" y="742950"/>
                    <a:pt x="1315720" y="742950"/>
                  </a:cubicBezTo>
                  <a:moveTo>
                    <a:pt x="1413510" y="508000"/>
                  </a:moveTo>
                  <a:cubicBezTo>
                    <a:pt x="1423670" y="510540"/>
                    <a:pt x="1459230" y="520700"/>
                    <a:pt x="1468120" y="515620"/>
                  </a:cubicBezTo>
                  <a:cubicBezTo>
                    <a:pt x="1473200" y="511810"/>
                    <a:pt x="1477010" y="497840"/>
                    <a:pt x="1474470" y="495300"/>
                  </a:cubicBezTo>
                  <a:cubicBezTo>
                    <a:pt x="1473200" y="494030"/>
                    <a:pt x="1470660" y="495300"/>
                    <a:pt x="1468120" y="496570"/>
                  </a:cubicBezTo>
                  <a:cubicBezTo>
                    <a:pt x="1457960" y="497840"/>
                    <a:pt x="1413510" y="508000"/>
                    <a:pt x="1413510" y="508000"/>
                  </a:cubicBezTo>
                  <a:moveTo>
                    <a:pt x="1590040" y="716280"/>
                  </a:moveTo>
                  <a:cubicBezTo>
                    <a:pt x="1645920" y="777240"/>
                    <a:pt x="1682750" y="778510"/>
                    <a:pt x="1690370" y="773430"/>
                  </a:cubicBezTo>
                  <a:cubicBezTo>
                    <a:pt x="1694180" y="770890"/>
                    <a:pt x="1691640" y="765810"/>
                    <a:pt x="1692910" y="762000"/>
                  </a:cubicBezTo>
                  <a:cubicBezTo>
                    <a:pt x="1694180" y="754380"/>
                    <a:pt x="1700530" y="731520"/>
                    <a:pt x="1699260" y="728980"/>
                  </a:cubicBezTo>
                  <a:cubicBezTo>
                    <a:pt x="1699260" y="728980"/>
                    <a:pt x="1699260" y="728980"/>
                    <a:pt x="1697990" y="728980"/>
                  </a:cubicBezTo>
                  <a:cubicBezTo>
                    <a:pt x="1694180" y="728980"/>
                    <a:pt x="1663700" y="726440"/>
                    <a:pt x="1647190" y="723900"/>
                  </a:cubicBezTo>
                  <a:cubicBezTo>
                    <a:pt x="1634490" y="722630"/>
                    <a:pt x="1621790" y="720090"/>
                    <a:pt x="1611630" y="718820"/>
                  </a:cubicBezTo>
                  <a:cubicBezTo>
                    <a:pt x="1604010" y="717550"/>
                    <a:pt x="1590040" y="716280"/>
                    <a:pt x="1590040" y="716280"/>
                  </a:cubicBezTo>
                  <a:moveTo>
                    <a:pt x="1635760" y="544830"/>
                  </a:moveTo>
                  <a:cubicBezTo>
                    <a:pt x="1720850" y="562610"/>
                    <a:pt x="1722120" y="562610"/>
                    <a:pt x="1725930" y="563880"/>
                  </a:cubicBezTo>
                  <a:cubicBezTo>
                    <a:pt x="1729740" y="563880"/>
                    <a:pt x="1736090" y="565150"/>
                    <a:pt x="1736090" y="565150"/>
                  </a:cubicBezTo>
                  <a:cubicBezTo>
                    <a:pt x="1736090" y="565150"/>
                    <a:pt x="1739900" y="570230"/>
                    <a:pt x="1742440" y="568960"/>
                  </a:cubicBezTo>
                  <a:cubicBezTo>
                    <a:pt x="1746250" y="567690"/>
                    <a:pt x="1747520" y="554990"/>
                    <a:pt x="1750060" y="544830"/>
                  </a:cubicBezTo>
                  <a:cubicBezTo>
                    <a:pt x="1756410" y="525780"/>
                    <a:pt x="1761490" y="492760"/>
                    <a:pt x="1771650" y="466090"/>
                  </a:cubicBezTo>
                  <a:cubicBezTo>
                    <a:pt x="1783080" y="435610"/>
                    <a:pt x="1804670" y="405130"/>
                    <a:pt x="1818640" y="375920"/>
                  </a:cubicBezTo>
                  <a:cubicBezTo>
                    <a:pt x="1831340" y="347980"/>
                    <a:pt x="1860550" y="306070"/>
                    <a:pt x="1851660" y="293370"/>
                  </a:cubicBezTo>
                  <a:cubicBezTo>
                    <a:pt x="1842770" y="280670"/>
                    <a:pt x="1794510" y="292100"/>
                    <a:pt x="1771650" y="292100"/>
                  </a:cubicBezTo>
                  <a:cubicBezTo>
                    <a:pt x="1755140" y="292100"/>
                    <a:pt x="1737360" y="284480"/>
                    <a:pt x="1727200" y="292100"/>
                  </a:cubicBezTo>
                  <a:cubicBezTo>
                    <a:pt x="1715770" y="302260"/>
                    <a:pt x="1722120" y="332740"/>
                    <a:pt x="1714500" y="353060"/>
                  </a:cubicBezTo>
                  <a:cubicBezTo>
                    <a:pt x="1706880" y="375920"/>
                    <a:pt x="1686560" y="394970"/>
                    <a:pt x="1676400" y="419100"/>
                  </a:cubicBezTo>
                  <a:cubicBezTo>
                    <a:pt x="1666240" y="444500"/>
                    <a:pt x="1662430" y="480060"/>
                    <a:pt x="1654810" y="502920"/>
                  </a:cubicBezTo>
                  <a:cubicBezTo>
                    <a:pt x="1648460" y="519430"/>
                    <a:pt x="1635760" y="544830"/>
                    <a:pt x="1635760" y="544830"/>
                  </a:cubicBezTo>
                </a:path>
              </a:pathLst>
            </a:custGeom>
            <a:solidFill>
              <a:srgbClr val="FFFFFF"/>
            </a:solidFill>
            <a:ln cap="sq">
              <a:noFill/>
              <a:prstDash val="solid"/>
              <a:miter/>
            </a:ln>
          </p:spPr>
        </p:sp>
      </p:grpSp>
      <p:grpSp>
        <p:nvGrpSpPr>
          <p:cNvPr id="18" name="Group 18"/>
          <p:cNvGrpSpPr/>
          <p:nvPr/>
        </p:nvGrpSpPr>
        <p:grpSpPr>
          <a:xfrm>
            <a:off x="10684193" y="-224790"/>
            <a:ext cx="1482090" cy="791528"/>
            <a:chOff x="0" y="0"/>
            <a:chExt cx="1976120" cy="1055370"/>
          </a:xfrm>
        </p:grpSpPr>
        <p:sp>
          <p:nvSpPr>
            <p:cNvPr id="19" name="Freeform 19"/>
            <p:cNvSpPr/>
            <p:nvPr/>
          </p:nvSpPr>
          <p:spPr>
            <a:xfrm>
              <a:off x="43180" y="46990"/>
              <a:ext cx="1883410" cy="947420"/>
            </a:xfrm>
            <a:custGeom>
              <a:avLst/>
              <a:gdLst/>
              <a:ahLst/>
              <a:cxnLst/>
              <a:rect l="l" t="t" r="r" b="b"/>
              <a:pathLst>
                <a:path w="1883410" h="947420">
                  <a:moveTo>
                    <a:pt x="1803400" y="946150"/>
                  </a:moveTo>
                  <a:cubicBezTo>
                    <a:pt x="328930" y="947420"/>
                    <a:pt x="316230" y="933450"/>
                    <a:pt x="276860" y="915670"/>
                  </a:cubicBezTo>
                  <a:cubicBezTo>
                    <a:pt x="232410" y="894080"/>
                    <a:pt x="171450" y="861060"/>
                    <a:pt x="134620" y="833120"/>
                  </a:cubicBezTo>
                  <a:cubicBezTo>
                    <a:pt x="106680" y="811530"/>
                    <a:pt x="86360" y="791210"/>
                    <a:pt x="68580" y="768350"/>
                  </a:cubicBezTo>
                  <a:cubicBezTo>
                    <a:pt x="52070" y="745490"/>
                    <a:pt x="39370" y="721360"/>
                    <a:pt x="29210" y="695960"/>
                  </a:cubicBezTo>
                  <a:cubicBezTo>
                    <a:pt x="19050" y="669290"/>
                    <a:pt x="11430" y="645160"/>
                    <a:pt x="7620" y="608330"/>
                  </a:cubicBezTo>
                  <a:cubicBezTo>
                    <a:pt x="0" y="547370"/>
                    <a:pt x="1270" y="445770"/>
                    <a:pt x="7620" y="360680"/>
                  </a:cubicBezTo>
                  <a:cubicBezTo>
                    <a:pt x="15240" y="267970"/>
                    <a:pt x="29210" y="128270"/>
                    <a:pt x="48260" y="72390"/>
                  </a:cubicBezTo>
                  <a:cubicBezTo>
                    <a:pt x="57150" y="48260"/>
                    <a:pt x="64770" y="35560"/>
                    <a:pt x="78740" y="24130"/>
                  </a:cubicBezTo>
                  <a:cubicBezTo>
                    <a:pt x="93980" y="12700"/>
                    <a:pt x="114300" y="2540"/>
                    <a:pt x="133350" y="3810"/>
                  </a:cubicBezTo>
                  <a:cubicBezTo>
                    <a:pt x="156210" y="5080"/>
                    <a:pt x="194310" y="22860"/>
                    <a:pt x="209550" y="40640"/>
                  </a:cubicBezTo>
                  <a:cubicBezTo>
                    <a:pt x="222250" y="55880"/>
                    <a:pt x="227330" y="77470"/>
                    <a:pt x="226060" y="95250"/>
                  </a:cubicBezTo>
                  <a:cubicBezTo>
                    <a:pt x="226060" y="114300"/>
                    <a:pt x="219710" y="135890"/>
                    <a:pt x="207010" y="149860"/>
                  </a:cubicBezTo>
                  <a:cubicBezTo>
                    <a:pt x="190500" y="166370"/>
                    <a:pt x="153670" y="184150"/>
                    <a:pt x="129540" y="184150"/>
                  </a:cubicBezTo>
                  <a:cubicBezTo>
                    <a:pt x="110490" y="184150"/>
                    <a:pt x="90170" y="173990"/>
                    <a:pt x="76200" y="161290"/>
                  </a:cubicBezTo>
                  <a:cubicBezTo>
                    <a:pt x="63500" y="149860"/>
                    <a:pt x="52070" y="129540"/>
                    <a:pt x="48260" y="111760"/>
                  </a:cubicBezTo>
                  <a:cubicBezTo>
                    <a:pt x="44450" y="93980"/>
                    <a:pt x="45720" y="71120"/>
                    <a:pt x="55880" y="54610"/>
                  </a:cubicBezTo>
                  <a:cubicBezTo>
                    <a:pt x="67310" y="34290"/>
                    <a:pt x="100330" y="10160"/>
                    <a:pt x="123190" y="5080"/>
                  </a:cubicBezTo>
                  <a:cubicBezTo>
                    <a:pt x="142240" y="0"/>
                    <a:pt x="163830" y="6350"/>
                    <a:pt x="180340" y="15240"/>
                  </a:cubicBezTo>
                  <a:cubicBezTo>
                    <a:pt x="195580" y="24130"/>
                    <a:pt x="210820" y="33020"/>
                    <a:pt x="218440" y="57150"/>
                  </a:cubicBezTo>
                  <a:cubicBezTo>
                    <a:pt x="242570" y="125730"/>
                    <a:pt x="203200" y="415290"/>
                    <a:pt x="186690" y="505460"/>
                  </a:cubicBezTo>
                  <a:cubicBezTo>
                    <a:pt x="180340" y="544830"/>
                    <a:pt x="160020" y="562610"/>
                    <a:pt x="162560" y="590550"/>
                  </a:cubicBezTo>
                  <a:cubicBezTo>
                    <a:pt x="165100" y="617220"/>
                    <a:pt x="181610" y="647700"/>
                    <a:pt x="201930" y="670560"/>
                  </a:cubicBezTo>
                  <a:cubicBezTo>
                    <a:pt x="224790" y="694690"/>
                    <a:pt x="264160" y="709930"/>
                    <a:pt x="295910" y="727710"/>
                  </a:cubicBezTo>
                  <a:cubicBezTo>
                    <a:pt x="327660" y="745490"/>
                    <a:pt x="336550" y="765810"/>
                    <a:pt x="388620" y="778510"/>
                  </a:cubicBezTo>
                  <a:cubicBezTo>
                    <a:pt x="580390" y="829310"/>
                    <a:pt x="1678940" y="746760"/>
                    <a:pt x="1822450" y="792480"/>
                  </a:cubicBezTo>
                  <a:cubicBezTo>
                    <a:pt x="1850390" y="801370"/>
                    <a:pt x="1858010" y="808990"/>
                    <a:pt x="1868170" y="822960"/>
                  </a:cubicBezTo>
                  <a:cubicBezTo>
                    <a:pt x="1878330" y="838200"/>
                    <a:pt x="1883410" y="859790"/>
                    <a:pt x="1882140" y="877570"/>
                  </a:cubicBezTo>
                  <a:cubicBezTo>
                    <a:pt x="1879600" y="895350"/>
                    <a:pt x="1868170" y="915670"/>
                    <a:pt x="1855470" y="927100"/>
                  </a:cubicBezTo>
                  <a:cubicBezTo>
                    <a:pt x="1842770" y="938530"/>
                    <a:pt x="1803400" y="946150"/>
                    <a:pt x="1803400" y="946150"/>
                  </a:cubicBezTo>
                </a:path>
              </a:pathLst>
            </a:custGeom>
            <a:solidFill>
              <a:srgbClr val="FFFFFF"/>
            </a:solidFill>
            <a:ln cap="sq">
              <a:noFill/>
              <a:prstDash val="solid"/>
              <a:miter/>
            </a:ln>
          </p:spPr>
        </p:sp>
      </p:grpSp>
      <p:grpSp>
        <p:nvGrpSpPr>
          <p:cNvPr id="20" name="Group 20"/>
          <p:cNvGrpSpPr/>
          <p:nvPr/>
        </p:nvGrpSpPr>
        <p:grpSpPr>
          <a:xfrm>
            <a:off x="10780395" y="50482"/>
            <a:ext cx="269558" cy="308610"/>
            <a:chOff x="0" y="0"/>
            <a:chExt cx="359410" cy="411480"/>
          </a:xfrm>
        </p:grpSpPr>
        <p:sp>
          <p:nvSpPr>
            <p:cNvPr id="21" name="Freeform 21"/>
            <p:cNvSpPr/>
            <p:nvPr/>
          </p:nvSpPr>
          <p:spPr>
            <a:xfrm>
              <a:off x="50800" y="50800"/>
              <a:ext cx="259080" cy="312420"/>
            </a:xfrm>
            <a:custGeom>
              <a:avLst/>
              <a:gdLst/>
              <a:ahLst/>
              <a:cxnLst/>
              <a:rect l="l" t="t" r="r" b="b"/>
              <a:pathLst>
                <a:path w="259080" h="312420">
                  <a:moveTo>
                    <a:pt x="0" y="208280"/>
                  </a:moveTo>
                  <a:cubicBezTo>
                    <a:pt x="48260" y="111760"/>
                    <a:pt x="78740" y="86360"/>
                    <a:pt x="93980" y="68580"/>
                  </a:cubicBezTo>
                  <a:cubicBezTo>
                    <a:pt x="102870" y="55880"/>
                    <a:pt x="109220" y="44450"/>
                    <a:pt x="115570" y="35560"/>
                  </a:cubicBezTo>
                  <a:cubicBezTo>
                    <a:pt x="119380" y="30480"/>
                    <a:pt x="123190" y="25400"/>
                    <a:pt x="127000" y="21590"/>
                  </a:cubicBezTo>
                  <a:cubicBezTo>
                    <a:pt x="132080" y="16510"/>
                    <a:pt x="137160" y="12700"/>
                    <a:pt x="142240" y="10160"/>
                  </a:cubicBezTo>
                  <a:cubicBezTo>
                    <a:pt x="147320" y="7620"/>
                    <a:pt x="153670" y="5080"/>
                    <a:pt x="160020" y="2540"/>
                  </a:cubicBezTo>
                  <a:cubicBezTo>
                    <a:pt x="166370" y="1270"/>
                    <a:pt x="172720" y="0"/>
                    <a:pt x="177800" y="0"/>
                  </a:cubicBezTo>
                  <a:cubicBezTo>
                    <a:pt x="184150" y="0"/>
                    <a:pt x="190500" y="1270"/>
                    <a:pt x="196850" y="2540"/>
                  </a:cubicBezTo>
                  <a:cubicBezTo>
                    <a:pt x="203200" y="3810"/>
                    <a:pt x="209550" y="5080"/>
                    <a:pt x="214630" y="7620"/>
                  </a:cubicBezTo>
                  <a:cubicBezTo>
                    <a:pt x="220980" y="11430"/>
                    <a:pt x="226060" y="13970"/>
                    <a:pt x="231140" y="17780"/>
                  </a:cubicBezTo>
                  <a:cubicBezTo>
                    <a:pt x="234950" y="22860"/>
                    <a:pt x="240030" y="26670"/>
                    <a:pt x="243840" y="31750"/>
                  </a:cubicBezTo>
                  <a:cubicBezTo>
                    <a:pt x="247650" y="36830"/>
                    <a:pt x="250190" y="43180"/>
                    <a:pt x="252730" y="48260"/>
                  </a:cubicBezTo>
                  <a:cubicBezTo>
                    <a:pt x="255270" y="54610"/>
                    <a:pt x="256540" y="59690"/>
                    <a:pt x="257810" y="66040"/>
                  </a:cubicBezTo>
                  <a:cubicBezTo>
                    <a:pt x="259080" y="72390"/>
                    <a:pt x="259080" y="78740"/>
                    <a:pt x="257810" y="85090"/>
                  </a:cubicBezTo>
                  <a:cubicBezTo>
                    <a:pt x="257810" y="91440"/>
                    <a:pt x="256540" y="97790"/>
                    <a:pt x="254000" y="104140"/>
                  </a:cubicBezTo>
                  <a:cubicBezTo>
                    <a:pt x="252730" y="109220"/>
                    <a:pt x="246380" y="120650"/>
                    <a:pt x="246380" y="120650"/>
                  </a:cubicBezTo>
                  <a:cubicBezTo>
                    <a:pt x="246380" y="120650"/>
                    <a:pt x="229870" y="137160"/>
                    <a:pt x="228600" y="147320"/>
                  </a:cubicBezTo>
                  <a:cubicBezTo>
                    <a:pt x="227330" y="160020"/>
                    <a:pt x="243840" y="173990"/>
                    <a:pt x="241300" y="190500"/>
                  </a:cubicBezTo>
                  <a:cubicBezTo>
                    <a:pt x="238760" y="214630"/>
                    <a:pt x="212090" y="255270"/>
                    <a:pt x="189230" y="275590"/>
                  </a:cubicBezTo>
                  <a:cubicBezTo>
                    <a:pt x="168910" y="293370"/>
                    <a:pt x="140970" y="306070"/>
                    <a:pt x="115570" y="308610"/>
                  </a:cubicBezTo>
                  <a:cubicBezTo>
                    <a:pt x="90170" y="312420"/>
                    <a:pt x="54610" y="308610"/>
                    <a:pt x="35560" y="292100"/>
                  </a:cubicBezTo>
                  <a:cubicBezTo>
                    <a:pt x="15240" y="275590"/>
                    <a:pt x="0" y="208280"/>
                    <a:pt x="0" y="208280"/>
                  </a:cubicBezTo>
                  <a:moveTo>
                    <a:pt x="59690" y="143510"/>
                  </a:moveTo>
                  <a:cubicBezTo>
                    <a:pt x="59690" y="140970"/>
                    <a:pt x="59690" y="139700"/>
                    <a:pt x="59690" y="139700"/>
                  </a:cubicBezTo>
                  <a:cubicBezTo>
                    <a:pt x="59690" y="139700"/>
                    <a:pt x="59690" y="143510"/>
                    <a:pt x="59690" y="143510"/>
                  </a:cubicBezTo>
                </a:path>
              </a:pathLst>
            </a:custGeom>
            <a:solidFill>
              <a:srgbClr val="FFFFFF"/>
            </a:solidFill>
            <a:ln cap="sq">
              <a:noFill/>
              <a:prstDash val="solid"/>
              <a:miter/>
            </a:ln>
          </p:spPr>
        </p:sp>
      </p:grpSp>
      <p:grpSp>
        <p:nvGrpSpPr>
          <p:cNvPr id="22" name="Group 22"/>
          <p:cNvGrpSpPr/>
          <p:nvPr/>
        </p:nvGrpSpPr>
        <p:grpSpPr>
          <a:xfrm>
            <a:off x="11911012" y="109538"/>
            <a:ext cx="226695" cy="260033"/>
            <a:chOff x="0" y="0"/>
            <a:chExt cx="302260" cy="346710"/>
          </a:xfrm>
        </p:grpSpPr>
        <p:sp>
          <p:nvSpPr>
            <p:cNvPr id="23" name="Freeform 23"/>
            <p:cNvSpPr/>
            <p:nvPr/>
          </p:nvSpPr>
          <p:spPr>
            <a:xfrm>
              <a:off x="38100" y="46990"/>
              <a:ext cx="215900" cy="248920"/>
            </a:xfrm>
            <a:custGeom>
              <a:avLst/>
              <a:gdLst/>
              <a:ahLst/>
              <a:cxnLst/>
              <a:rect l="l" t="t" r="r" b="b"/>
              <a:pathLst>
                <a:path w="215900" h="248920">
                  <a:moveTo>
                    <a:pt x="203200" y="146050"/>
                  </a:moveTo>
                  <a:cubicBezTo>
                    <a:pt x="163830" y="196850"/>
                    <a:pt x="106680" y="236220"/>
                    <a:pt x="77470" y="231140"/>
                  </a:cubicBezTo>
                  <a:cubicBezTo>
                    <a:pt x="50800" y="226060"/>
                    <a:pt x="22860" y="193040"/>
                    <a:pt x="12700" y="166370"/>
                  </a:cubicBezTo>
                  <a:cubicBezTo>
                    <a:pt x="0" y="137160"/>
                    <a:pt x="5080" y="85090"/>
                    <a:pt x="15240" y="57150"/>
                  </a:cubicBezTo>
                  <a:cubicBezTo>
                    <a:pt x="22860" y="38100"/>
                    <a:pt x="35560" y="21590"/>
                    <a:pt x="50800" y="12700"/>
                  </a:cubicBezTo>
                  <a:cubicBezTo>
                    <a:pt x="66040" y="3810"/>
                    <a:pt x="90170" y="0"/>
                    <a:pt x="107950" y="3810"/>
                  </a:cubicBezTo>
                  <a:cubicBezTo>
                    <a:pt x="125730" y="6350"/>
                    <a:pt x="146050" y="21590"/>
                    <a:pt x="156210" y="34290"/>
                  </a:cubicBezTo>
                  <a:cubicBezTo>
                    <a:pt x="165100" y="44450"/>
                    <a:pt x="167640" y="54610"/>
                    <a:pt x="171450" y="69850"/>
                  </a:cubicBezTo>
                  <a:cubicBezTo>
                    <a:pt x="177800" y="95250"/>
                    <a:pt x="185420" y="144780"/>
                    <a:pt x="177800" y="173990"/>
                  </a:cubicBezTo>
                  <a:cubicBezTo>
                    <a:pt x="170180" y="199390"/>
                    <a:pt x="154940" y="227330"/>
                    <a:pt x="134620" y="238760"/>
                  </a:cubicBezTo>
                  <a:cubicBezTo>
                    <a:pt x="114300" y="248920"/>
                    <a:pt x="77470" y="248920"/>
                    <a:pt x="58420" y="238760"/>
                  </a:cubicBezTo>
                  <a:cubicBezTo>
                    <a:pt x="38100" y="228600"/>
                    <a:pt x="16510" y="198120"/>
                    <a:pt x="13970" y="175260"/>
                  </a:cubicBezTo>
                  <a:cubicBezTo>
                    <a:pt x="11430" y="152400"/>
                    <a:pt x="25400" y="118110"/>
                    <a:pt x="43180" y="104140"/>
                  </a:cubicBezTo>
                  <a:cubicBezTo>
                    <a:pt x="59690" y="88900"/>
                    <a:pt x="95250" y="81280"/>
                    <a:pt x="116840" y="87630"/>
                  </a:cubicBezTo>
                  <a:cubicBezTo>
                    <a:pt x="139700" y="92710"/>
                    <a:pt x="165100" y="120650"/>
                    <a:pt x="173990" y="139700"/>
                  </a:cubicBezTo>
                  <a:cubicBezTo>
                    <a:pt x="180340" y="156210"/>
                    <a:pt x="179070" y="176530"/>
                    <a:pt x="173990" y="191770"/>
                  </a:cubicBezTo>
                  <a:cubicBezTo>
                    <a:pt x="168910" y="207010"/>
                    <a:pt x="156210" y="224790"/>
                    <a:pt x="142240" y="233680"/>
                  </a:cubicBezTo>
                  <a:cubicBezTo>
                    <a:pt x="128270" y="242570"/>
                    <a:pt x="107950" y="248920"/>
                    <a:pt x="91440" y="247650"/>
                  </a:cubicBezTo>
                  <a:cubicBezTo>
                    <a:pt x="74930" y="247650"/>
                    <a:pt x="55880" y="240030"/>
                    <a:pt x="43180" y="228600"/>
                  </a:cubicBezTo>
                  <a:cubicBezTo>
                    <a:pt x="30480" y="218440"/>
                    <a:pt x="21590" y="204470"/>
                    <a:pt x="16510" y="184150"/>
                  </a:cubicBezTo>
                  <a:cubicBezTo>
                    <a:pt x="7620" y="151130"/>
                    <a:pt x="7620" y="69850"/>
                    <a:pt x="22860" y="39370"/>
                  </a:cubicBezTo>
                  <a:cubicBezTo>
                    <a:pt x="33020" y="21590"/>
                    <a:pt x="52070" y="10160"/>
                    <a:pt x="68580" y="5080"/>
                  </a:cubicBezTo>
                  <a:cubicBezTo>
                    <a:pt x="86360" y="0"/>
                    <a:pt x="110490" y="2540"/>
                    <a:pt x="125730" y="10160"/>
                  </a:cubicBezTo>
                  <a:cubicBezTo>
                    <a:pt x="142240" y="16510"/>
                    <a:pt x="158750" y="34290"/>
                    <a:pt x="166370" y="50800"/>
                  </a:cubicBezTo>
                  <a:cubicBezTo>
                    <a:pt x="173990" y="67310"/>
                    <a:pt x="179070" y="97790"/>
                    <a:pt x="168910" y="107950"/>
                  </a:cubicBezTo>
                  <a:cubicBezTo>
                    <a:pt x="153670" y="123190"/>
                    <a:pt x="55880" y="114300"/>
                    <a:pt x="49530" y="99060"/>
                  </a:cubicBezTo>
                  <a:cubicBezTo>
                    <a:pt x="44450" y="87630"/>
                    <a:pt x="74930" y="50800"/>
                    <a:pt x="95250" y="40640"/>
                  </a:cubicBezTo>
                  <a:cubicBezTo>
                    <a:pt x="114300" y="30480"/>
                    <a:pt x="147320" y="26670"/>
                    <a:pt x="166370" y="35560"/>
                  </a:cubicBezTo>
                  <a:cubicBezTo>
                    <a:pt x="186690" y="43180"/>
                    <a:pt x="207010" y="71120"/>
                    <a:pt x="212090" y="91440"/>
                  </a:cubicBezTo>
                  <a:cubicBezTo>
                    <a:pt x="215900" y="109220"/>
                    <a:pt x="201930" y="146050"/>
                    <a:pt x="201930" y="146050"/>
                  </a:cubicBezTo>
                </a:path>
              </a:pathLst>
            </a:custGeom>
            <a:solidFill>
              <a:srgbClr val="FFFFFF"/>
            </a:solidFill>
            <a:ln cap="sq">
              <a:noFill/>
              <a:prstDash val="solid"/>
              <a:miter/>
            </a:ln>
          </p:spPr>
        </p:sp>
      </p:grpSp>
      <p:grpSp>
        <p:nvGrpSpPr>
          <p:cNvPr id="24" name="Group 24"/>
          <p:cNvGrpSpPr/>
          <p:nvPr/>
        </p:nvGrpSpPr>
        <p:grpSpPr>
          <a:xfrm>
            <a:off x="11210925" y="488632"/>
            <a:ext cx="182880" cy="188595"/>
            <a:chOff x="0" y="0"/>
            <a:chExt cx="243840" cy="251460"/>
          </a:xfrm>
        </p:grpSpPr>
        <p:sp>
          <p:nvSpPr>
            <p:cNvPr id="25" name="Freeform 25"/>
            <p:cNvSpPr/>
            <p:nvPr/>
          </p:nvSpPr>
          <p:spPr>
            <a:xfrm>
              <a:off x="43180" y="46990"/>
              <a:ext cx="149860" cy="154940"/>
            </a:xfrm>
            <a:custGeom>
              <a:avLst/>
              <a:gdLst/>
              <a:ahLst/>
              <a:cxnLst/>
              <a:rect l="l" t="t" r="r" b="b"/>
              <a:pathLst>
                <a:path w="149860" h="154940">
                  <a:moveTo>
                    <a:pt x="149860" y="53340"/>
                  </a:moveTo>
                  <a:cubicBezTo>
                    <a:pt x="129540" y="134620"/>
                    <a:pt x="118110" y="140970"/>
                    <a:pt x="107950" y="146050"/>
                  </a:cubicBezTo>
                  <a:cubicBezTo>
                    <a:pt x="96520" y="151130"/>
                    <a:pt x="85090" y="154940"/>
                    <a:pt x="72390" y="152400"/>
                  </a:cubicBezTo>
                  <a:cubicBezTo>
                    <a:pt x="53340" y="148590"/>
                    <a:pt x="21590" y="133350"/>
                    <a:pt x="11430" y="115570"/>
                  </a:cubicBezTo>
                  <a:cubicBezTo>
                    <a:pt x="0" y="97790"/>
                    <a:pt x="1270" y="62230"/>
                    <a:pt x="7620" y="44450"/>
                  </a:cubicBezTo>
                  <a:cubicBezTo>
                    <a:pt x="11430" y="33020"/>
                    <a:pt x="17780" y="22860"/>
                    <a:pt x="29210" y="16510"/>
                  </a:cubicBezTo>
                  <a:cubicBezTo>
                    <a:pt x="45720" y="6350"/>
                    <a:pt x="81280" y="0"/>
                    <a:pt x="99060" y="3810"/>
                  </a:cubicBezTo>
                  <a:cubicBezTo>
                    <a:pt x="111760" y="6350"/>
                    <a:pt x="130810" y="22860"/>
                    <a:pt x="130810" y="22860"/>
                  </a:cubicBezTo>
                </a:path>
              </a:pathLst>
            </a:custGeom>
            <a:solidFill>
              <a:srgbClr val="FFFFFF"/>
            </a:solidFill>
            <a:ln cap="sq">
              <a:noFill/>
              <a:prstDash val="solid"/>
              <a:miter/>
            </a:ln>
          </p:spPr>
        </p:sp>
      </p:grpSp>
      <p:grpSp>
        <p:nvGrpSpPr>
          <p:cNvPr id="26" name="Group 26"/>
          <p:cNvGrpSpPr/>
          <p:nvPr/>
        </p:nvGrpSpPr>
        <p:grpSpPr>
          <a:xfrm>
            <a:off x="11205210" y="388620"/>
            <a:ext cx="182880" cy="188595"/>
            <a:chOff x="0" y="0"/>
            <a:chExt cx="243840" cy="251460"/>
          </a:xfrm>
        </p:grpSpPr>
        <p:sp>
          <p:nvSpPr>
            <p:cNvPr id="27" name="Freeform 27"/>
            <p:cNvSpPr/>
            <p:nvPr/>
          </p:nvSpPr>
          <p:spPr>
            <a:xfrm>
              <a:off x="44450" y="46990"/>
              <a:ext cx="148590" cy="154940"/>
            </a:xfrm>
            <a:custGeom>
              <a:avLst/>
              <a:gdLst/>
              <a:ahLst/>
              <a:cxnLst/>
              <a:rect l="l" t="t" r="r" b="b"/>
              <a:pathLst>
                <a:path w="148590" h="154940">
                  <a:moveTo>
                    <a:pt x="148590" y="54610"/>
                  </a:moveTo>
                  <a:cubicBezTo>
                    <a:pt x="129540" y="134620"/>
                    <a:pt x="118110" y="140970"/>
                    <a:pt x="107950" y="146050"/>
                  </a:cubicBezTo>
                  <a:cubicBezTo>
                    <a:pt x="96520" y="151130"/>
                    <a:pt x="85090" y="154940"/>
                    <a:pt x="71120" y="152400"/>
                  </a:cubicBezTo>
                  <a:cubicBezTo>
                    <a:pt x="53340" y="149860"/>
                    <a:pt x="21590" y="133350"/>
                    <a:pt x="11430" y="115570"/>
                  </a:cubicBezTo>
                  <a:cubicBezTo>
                    <a:pt x="0" y="97790"/>
                    <a:pt x="1270" y="63500"/>
                    <a:pt x="6350" y="45720"/>
                  </a:cubicBezTo>
                  <a:cubicBezTo>
                    <a:pt x="10160" y="33020"/>
                    <a:pt x="17780" y="24130"/>
                    <a:pt x="29210" y="16510"/>
                  </a:cubicBezTo>
                  <a:cubicBezTo>
                    <a:pt x="44450" y="7620"/>
                    <a:pt x="81280" y="0"/>
                    <a:pt x="99060" y="3810"/>
                  </a:cubicBezTo>
                  <a:cubicBezTo>
                    <a:pt x="111760" y="6350"/>
                    <a:pt x="129540" y="22860"/>
                    <a:pt x="129540" y="22860"/>
                  </a:cubicBezTo>
                </a:path>
              </a:pathLst>
            </a:custGeom>
            <a:solidFill>
              <a:srgbClr val="FFFFFF"/>
            </a:solidFill>
            <a:ln cap="sq">
              <a:noFill/>
              <a:prstDash val="solid"/>
              <a:miter/>
            </a:ln>
          </p:spPr>
        </p:sp>
      </p:grpSp>
      <p:grpSp>
        <p:nvGrpSpPr>
          <p:cNvPr id="28" name="Group 28"/>
          <p:cNvGrpSpPr/>
          <p:nvPr/>
        </p:nvGrpSpPr>
        <p:grpSpPr>
          <a:xfrm>
            <a:off x="11252835" y="423862"/>
            <a:ext cx="182880" cy="188595"/>
            <a:chOff x="0" y="0"/>
            <a:chExt cx="243840" cy="251460"/>
          </a:xfrm>
        </p:grpSpPr>
        <p:sp>
          <p:nvSpPr>
            <p:cNvPr id="29" name="Freeform 29"/>
            <p:cNvSpPr/>
            <p:nvPr/>
          </p:nvSpPr>
          <p:spPr>
            <a:xfrm>
              <a:off x="44450" y="46990"/>
              <a:ext cx="148590" cy="154940"/>
            </a:xfrm>
            <a:custGeom>
              <a:avLst/>
              <a:gdLst/>
              <a:ahLst/>
              <a:cxnLst/>
              <a:rect l="l" t="t" r="r" b="b"/>
              <a:pathLst>
                <a:path w="148590" h="154940">
                  <a:moveTo>
                    <a:pt x="148590" y="53340"/>
                  </a:moveTo>
                  <a:cubicBezTo>
                    <a:pt x="129540" y="134620"/>
                    <a:pt x="118110" y="140970"/>
                    <a:pt x="106680" y="146050"/>
                  </a:cubicBezTo>
                  <a:cubicBezTo>
                    <a:pt x="96520" y="151130"/>
                    <a:pt x="83820" y="154940"/>
                    <a:pt x="71120" y="152400"/>
                  </a:cubicBezTo>
                  <a:cubicBezTo>
                    <a:pt x="53340" y="148590"/>
                    <a:pt x="21590" y="133350"/>
                    <a:pt x="10160" y="115570"/>
                  </a:cubicBezTo>
                  <a:cubicBezTo>
                    <a:pt x="0" y="97790"/>
                    <a:pt x="1270" y="62230"/>
                    <a:pt x="6350" y="44450"/>
                  </a:cubicBezTo>
                  <a:cubicBezTo>
                    <a:pt x="10160" y="31750"/>
                    <a:pt x="17780" y="22860"/>
                    <a:pt x="29210" y="16510"/>
                  </a:cubicBezTo>
                  <a:cubicBezTo>
                    <a:pt x="44450" y="6350"/>
                    <a:pt x="80010" y="0"/>
                    <a:pt x="99060" y="3810"/>
                  </a:cubicBezTo>
                  <a:cubicBezTo>
                    <a:pt x="111760" y="6350"/>
                    <a:pt x="129540" y="22860"/>
                    <a:pt x="129540" y="22860"/>
                  </a:cubicBezTo>
                </a:path>
              </a:pathLst>
            </a:custGeom>
            <a:solidFill>
              <a:srgbClr val="FFFFFF"/>
            </a:solidFill>
            <a:ln cap="sq">
              <a:noFill/>
              <a:prstDash val="solid"/>
              <a:miter/>
            </a:ln>
          </p:spPr>
        </p:sp>
      </p:grpSp>
      <p:grpSp>
        <p:nvGrpSpPr>
          <p:cNvPr id="30" name="Group 30"/>
          <p:cNvGrpSpPr/>
          <p:nvPr/>
        </p:nvGrpSpPr>
        <p:grpSpPr>
          <a:xfrm>
            <a:off x="11217593" y="411480"/>
            <a:ext cx="182880" cy="188595"/>
            <a:chOff x="0" y="0"/>
            <a:chExt cx="243840" cy="251460"/>
          </a:xfrm>
        </p:grpSpPr>
        <p:sp>
          <p:nvSpPr>
            <p:cNvPr id="31" name="Freeform 31"/>
            <p:cNvSpPr/>
            <p:nvPr/>
          </p:nvSpPr>
          <p:spPr>
            <a:xfrm>
              <a:off x="44450" y="46990"/>
              <a:ext cx="148590" cy="154940"/>
            </a:xfrm>
            <a:custGeom>
              <a:avLst/>
              <a:gdLst/>
              <a:ahLst/>
              <a:cxnLst/>
              <a:rect l="l" t="t" r="r" b="b"/>
              <a:pathLst>
                <a:path w="148590" h="154940">
                  <a:moveTo>
                    <a:pt x="148590" y="53340"/>
                  </a:moveTo>
                  <a:cubicBezTo>
                    <a:pt x="129540" y="134620"/>
                    <a:pt x="118110" y="140970"/>
                    <a:pt x="107950" y="146050"/>
                  </a:cubicBezTo>
                  <a:cubicBezTo>
                    <a:pt x="96520" y="149860"/>
                    <a:pt x="85090" y="154940"/>
                    <a:pt x="71120" y="152400"/>
                  </a:cubicBezTo>
                  <a:cubicBezTo>
                    <a:pt x="53340" y="148590"/>
                    <a:pt x="21590" y="133350"/>
                    <a:pt x="11430" y="115570"/>
                  </a:cubicBezTo>
                  <a:cubicBezTo>
                    <a:pt x="0" y="97790"/>
                    <a:pt x="1270" y="62230"/>
                    <a:pt x="6350" y="44450"/>
                  </a:cubicBezTo>
                  <a:cubicBezTo>
                    <a:pt x="10160" y="31750"/>
                    <a:pt x="17780" y="22860"/>
                    <a:pt x="29210" y="16510"/>
                  </a:cubicBezTo>
                  <a:cubicBezTo>
                    <a:pt x="45720" y="6350"/>
                    <a:pt x="81280" y="0"/>
                    <a:pt x="99060" y="3810"/>
                  </a:cubicBezTo>
                  <a:cubicBezTo>
                    <a:pt x="111760" y="6350"/>
                    <a:pt x="130810" y="22860"/>
                    <a:pt x="130810" y="22860"/>
                  </a:cubicBezTo>
                </a:path>
              </a:pathLst>
            </a:custGeom>
            <a:solidFill>
              <a:srgbClr val="FFFFFF"/>
            </a:solidFill>
            <a:ln cap="sq">
              <a:noFill/>
              <a:prstDash val="solid"/>
              <a:miter/>
            </a:ln>
          </p:spPr>
        </p:sp>
      </p:grpSp>
      <p:grpSp>
        <p:nvGrpSpPr>
          <p:cNvPr id="32" name="Group 32"/>
          <p:cNvGrpSpPr/>
          <p:nvPr/>
        </p:nvGrpSpPr>
        <p:grpSpPr>
          <a:xfrm>
            <a:off x="11265218" y="431482"/>
            <a:ext cx="182880" cy="188595"/>
            <a:chOff x="0" y="0"/>
            <a:chExt cx="243840" cy="251460"/>
          </a:xfrm>
        </p:grpSpPr>
        <p:sp>
          <p:nvSpPr>
            <p:cNvPr id="33" name="Freeform 33"/>
            <p:cNvSpPr/>
            <p:nvPr/>
          </p:nvSpPr>
          <p:spPr>
            <a:xfrm>
              <a:off x="44450" y="46990"/>
              <a:ext cx="148590" cy="154940"/>
            </a:xfrm>
            <a:custGeom>
              <a:avLst/>
              <a:gdLst/>
              <a:ahLst/>
              <a:cxnLst/>
              <a:rect l="l" t="t" r="r" b="b"/>
              <a:pathLst>
                <a:path w="148590" h="154940">
                  <a:moveTo>
                    <a:pt x="148590" y="53340"/>
                  </a:moveTo>
                  <a:cubicBezTo>
                    <a:pt x="129540" y="134620"/>
                    <a:pt x="118110" y="140970"/>
                    <a:pt x="106680" y="146050"/>
                  </a:cubicBezTo>
                  <a:cubicBezTo>
                    <a:pt x="96520" y="149860"/>
                    <a:pt x="83820" y="154940"/>
                    <a:pt x="71120" y="152400"/>
                  </a:cubicBezTo>
                  <a:cubicBezTo>
                    <a:pt x="53340" y="148590"/>
                    <a:pt x="21590" y="133350"/>
                    <a:pt x="10160" y="115570"/>
                  </a:cubicBezTo>
                  <a:cubicBezTo>
                    <a:pt x="0" y="97790"/>
                    <a:pt x="1270" y="62230"/>
                    <a:pt x="6350" y="44450"/>
                  </a:cubicBezTo>
                  <a:cubicBezTo>
                    <a:pt x="10160" y="31750"/>
                    <a:pt x="17780" y="22860"/>
                    <a:pt x="29210" y="16510"/>
                  </a:cubicBezTo>
                  <a:cubicBezTo>
                    <a:pt x="44450" y="6350"/>
                    <a:pt x="80010" y="0"/>
                    <a:pt x="99060" y="3810"/>
                  </a:cubicBezTo>
                  <a:cubicBezTo>
                    <a:pt x="111760" y="5080"/>
                    <a:pt x="129540" y="21590"/>
                    <a:pt x="129540" y="21590"/>
                  </a:cubicBezTo>
                </a:path>
              </a:pathLst>
            </a:custGeom>
            <a:solidFill>
              <a:srgbClr val="FFFFFF"/>
            </a:solidFill>
            <a:ln cap="sq">
              <a:noFill/>
              <a:prstDash val="solid"/>
              <a:miter/>
            </a:ln>
          </p:spPr>
        </p:sp>
      </p:grpSp>
      <p:grpSp>
        <p:nvGrpSpPr>
          <p:cNvPr id="34" name="Group 34"/>
          <p:cNvGrpSpPr/>
          <p:nvPr/>
        </p:nvGrpSpPr>
        <p:grpSpPr>
          <a:xfrm>
            <a:off x="11212830" y="403860"/>
            <a:ext cx="193358" cy="191452"/>
            <a:chOff x="0" y="0"/>
            <a:chExt cx="257810" cy="255270"/>
          </a:xfrm>
        </p:grpSpPr>
        <p:sp>
          <p:nvSpPr>
            <p:cNvPr id="35" name="Freeform 35"/>
            <p:cNvSpPr/>
            <p:nvPr/>
          </p:nvSpPr>
          <p:spPr>
            <a:xfrm>
              <a:off x="48260" y="46990"/>
              <a:ext cx="160020" cy="157480"/>
            </a:xfrm>
            <a:custGeom>
              <a:avLst/>
              <a:gdLst/>
              <a:ahLst/>
              <a:cxnLst/>
              <a:rect l="l" t="t" r="r" b="b"/>
              <a:pathLst>
                <a:path w="160020" h="157480">
                  <a:moveTo>
                    <a:pt x="78740" y="156210"/>
                  </a:moveTo>
                  <a:cubicBezTo>
                    <a:pt x="3810" y="105410"/>
                    <a:pt x="0" y="71120"/>
                    <a:pt x="7620" y="50800"/>
                  </a:cubicBezTo>
                  <a:cubicBezTo>
                    <a:pt x="15240" y="31750"/>
                    <a:pt x="41910" y="10160"/>
                    <a:pt x="62230" y="5080"/>
                  </a:cubicBezTo>
                  <a:cubicBezTo>
                    <a:pt x="82550" y="0"/>
                    <a:pt x="115570" y="10160"/>
                    <a:pt x="130810" y="24130"/>
                  </a:cubicBezTo>
                  <a:cubicBezTo>
                    <a:pt x="146050" y="38100"/>
                    <a:pt x="157480" y="71120"/>
                    <a:pt x="153670" y="91440"/>
                  </a:cubicBezTo>
                  <a:cubicBezTo>
                    <a:pt x="151130" y="113030"/>
                    <a:pt x="129540" y="139700"/>
                    <a:pt x="110490" y="148590"/>
                  </a:cubicBezTo>
                  <a:cubicBezTo>
                    <a:pt x="91440" y="157480"/>
                    <a:pt x="57150" y="156210"/>
                    <a:pt x="39370" y="144780"/>
                  </a:cubicBezTo>
                  <a:cubicBezTo>
                    <a:pt x="21590" y="134620"/>
                    <a:pt x="5080" y="102870"/>
                    <a:pt x="2540" y="83820"/>
                  </a:cubicBezTo>
                  <a:cubicBezTo>
                    <a:pt x="0" y="67310"/>
                    <a:pt x="5080" y="49530"/>
                    <a:pt x="15240" y="36830"/>
                  </a:cubicBezTo>
                  <a:cubicBezTo>
                    <a:pt x="27940" y="21590"/>
                    <a:pt x="58420" y="5080"/>
                    <a:pt x="78740" y="3810"/>
                  </a:cubicBezTo>
                  <a:cubicBezTo>
                    <a:pt x="96520" y="1270"/>
                    <a:pt x="116840" y="10160"/>
                    <a:pt x="130810" y="20320"/>
                  </a:cubicBezTo>
                  <a:cubicBezTo>
                    <a:pt x="143510" y="30480"/>
                    <a:pt x="156210" y="49530"/>
                    <a:pt x="157480" y="67310"/>
                  </a:cubicBezTo>
                  <a:cubicBezTo>
                    <a:pt x="160020" y="87630"/>
                    <a:pt x="148590" y="119380"/>
                    <a:pt x="135890" y="134620"/>
                  </a:cubicBezTo>
                  <a:cubicBezTo>
                    <a:pt x="123190" y="147320"/>
                    <a:pt x="85090" y="156210"/>
                    <a:pt x="85090" y="156210"/>
                  </a:cubicBezTo>
                </a:path>
              </a:pathLst>
            </a:custGeom>
            <a:solidFill>
              <a:srgbClr val="FFFFFF"/>
            </a:solidFill>
            <a:ln cap="sq">
              <a:noFill/>
              <a:prstDash val="solid"/>
              <a:miter/>
            </a:ln>
          </p:spPr>
        </p:sp>
      </p:grpSp>
      <p:grpSp>
        <p:nvGrpSpPr>
          <p:cNvPr id="36" name="Group 36"/>
          <p:cNvGrpSpPr/>
          <p:nvPr/>
        </p:nvGrpSpPr>
        <p:grpSpPr>
          <a:xfrm>
            <a:off x="11231880" y="430530"/>
            <a:ext cx="194310" cy="189548"/>
            <a:chOff x="0" y="0"/>
            <a:chExt cx="259080" cy="252730"/>
          </a:xfrm>
        </p:grpSpPr>
        <p:sp>
          <p:nvSpPr>
            <p:cNvPr id="37" name="Freeform 37"/>
            <p:cNvSpPr/>
            <p:nvPr/>
          </p:nvSpPr>
          <p:spPr>
            <a:xfrm>
              <a:off x="45720" y="50800"/>
              <a:ext cx="165100" cy="156210"/>
            </a:xfrm>
            <a:custGeom>
              <a:avLst/>
              <a:gdLst/>
              <a:ahLst/>
              <a:cxnLst/>
              <a:rect l="l" t="t" r="r" b="b"/>
              <a:pathLst>
                <a:path w="165100" h="156210">
                  <a:moveTo>
                    <a:pt x="120650" y="8890"/>
                  </a:moveTo>
                  <a:cubicBezTo>
                    <a:pt x="165100" y="87630"/>
                    <a:pt x="152400" y="119380"/>
                    <a:pt x="137160" y="133350"/>
                  </a:cubicBezTo>
                  <a:cubicBezTo>
                    <a:pt x="120650" y="148590"/>
                    <a:pt x="87630" y="156210"/>
                    <a:pt x="67310" y="151130"/>
                  </a:cubicBezTo>
                  <a:cubicBezTo>
                    <a:pt x="46990" y="146050"/>
                    <a:pt x="21590" y="123190"/>
                    <a:pt x="13970" y="102870"/>
                  </a:cubicBezTo>
                  <a:cubicBezTo>
                    <a:pt x="6350" y="82550"/>
                    <a:pt x="11430" y="49530"/>
                    <a:pt x="24130" y="31750"/>
                  </a:cubicBezTo>
                  <a:cubicBezTo>
                    <a:pt x="36830" y="15240"/>
                    <a:pt x="67310" y="0"/>
                    <a:pt x="87630" y="0"/>
                  </a:cubicBezTo>
                  <a:cubicBezTo>
                    <a:pt x="109220" y="1270"/>
                    <a:pt x="139700" y="17780"/>
                    <a:pt x="151130" y="35560"/>
                  </a:cubicBezTo>
                  <a:cubicBezTo>
                    <a:pt x="161290" y="53340"/>
                    <a:pt x="162560" y="88900"/>
                    <a:pt x="156210" y="107950"/>
                  </a:cubicBezTo>
                  <a:cubicBezTo>
                    <a:pt x="151130" y="123190"/>
                    <a:pt x="138430" y="137160"/>
                    <a:pt x="123190" y="143510"/>
                  </a:cubicBezTo>
                  <a:cubicBezTo>
                    <a:pt x="105410" y="152400"/>
                    <a:pt x="71120" y="152400"/>
                    <a:pt x="52070" y="144780"/>
                  </a:cubicBezTo>
                  <a:cubicBezTo>
                    <a:pt x="34290" y="138430"/>
                    <a:pt x="19050" y="124460"/>
                    <a:pt x="11430" y="109220"/>
                  </a:cubicBezTo>
                  <a:cubicBezTo>
                    <a:pt x="3810" y="93980"/>
                    <a:pt x="0" y="71120"/>
                    <a:pt x="5080" y="54610"/>
                  </a:cubicBezTo>
                  <a:cubicBezTo>
                    <a:pt x="8890" y="38100"/>
                    <a:pt x="20320" y="19050"/>
                    <a:pt x="35560" y="10160"/>
                  </a:cubicBezTo>
                  <a:cubicBezTo>
                    <a:pt x="53340" y="0"/>
                    <a:pt x="106680" y="1270"/>
                    <a:pt x="106680" y="1270"/>
                  </a:cubicBezTo>
                </a:path>
              </a:pathLst>
            </a:custGeom>
            <a:solidFill>
              <a:srgbClr val="FFFFFF"/>
            </a:solidFill>
            <a:ln cap="sq">
              <a:noFill/>
              <a:prstDash val="solid"/>
              <a:miter/>
            </a:ln>
          </p:spPr>
        </p:sp>
      </p:grpSp>
      <p:grpSp>
        <p:nvGrpSpPr>
          <p:cNvPr id="38" name="Group 38"/>
          <p:cNvGrpSpPr/>
          <p:nvPr/>
        </p:nvGrpSpPr>
        <p:grpSpPr>
          <a:xfrm>
            <a:off x="11169015" y="426720"/>
            <a:ext cx="282892" cy="249555"/>
            <a:chOff x="0" y="0"/>
            <a:chExt cx="377190" cy="332740"/>
          </a:xfrm>
        </p:grpSpPr>
        <p:sp>
          <p:nvSpPr>
            <p:cNvPr id="39" name="Freeform 39"/>
            <p:cNvSpPr/>
            <p:nvPr/>
          </p:nvSpPr>
          <p:spPr>
            <a:xfrm>
              <a:off x="50800" y="45720"/>
              <a:ext cx="275590" cy="247650"/>
            </a:xfrm>
            <a:custGeom>
              <a:avLst/>
              <a:gdLst/>
              <a:ahLst/>
              <a:cxnLst/>
              <a:rect l="l" t="t" r="r" b="b"/>
              <a:pathLst>
                <a:path w="275590" h="247650">
                  <a:moveTo>
                    <a:pt x="158750" y="12700"/>
                  </a:moveTo>
                  <a:cubicBezTo>
                    <a:pt x="259080" y="90170"/>
                    <a:pt x="275590" y="115570"/>
                    <a:pt x="275590" y="140970"/>
                  </a:cubicBezTo>
                  <a:cubicBezTo>
                    <a:pt x="274320" y="170180"/>
                    <a:pt x="252730" y="223520"/>
                    <a:pt x="228600" y="236220"/>
                  </a:cubicBezTo>
                  <a:cubicBezTo>
                    <a:pt x="204470" y="247650"/>
                    <a:pt x="156210" y="229870"/>
                    <a:pt x="128270" y="217170"/>
                  </a:cubicBezTo>
                  <a:cubicBezTo>
                    <a:pt x="102870" y="205740"/>
                    <a:pt x="67310" y="166370"/>
                    <a:pt x="66040" y="167640"/>
                  </a:cubicBezTo>
                  <a:cubicBezTo>
                    <a:pt x="64770" y="168910"/>
                    <a:pt x="81280" y="184150"/>
                    <a:pt x="80010" y="186690"/>
                  </a:cubicBezTo>
                  <a:cubicBezTo>
                    <a:pt x="77470" y="190500"/>
                    <a:pt x="53340" y="182880"/>
                    <a:pt x="41910" y="175260"/>
                  </a:cubicBezTo>
                  <a:cubicBezTo>
                    <a:pt x="27940" y="166370"/>
                    <a:pt x="10160" y="144780"/>
                    <a:pt x="5080" y="129540"/>
                  </a:cubicBezTo>
                  <a:cubicBezTo>
                    <a:pt x="0" y="116840"/>
                    <a:pt x="0" y="102870"/>
                    <a:pt x="1270" y="90170"/>
                  </a:cubicBezTo>
                  <a:cubicBezTo>
                    <a:pt x="3810" y="77470"/>
                    <a:pt x="10160" y="63500"/>
                    <a:pt x="17780" y="53340"/>
                  </a:cubicBezTo>
                  <a:cubicBezTo>
                    <a:pt x="25400" y="43180"/>
                    <a:pt x="36830" y="33020"/>
                    <a:pt x="48260" y="27940"/>
                  </a:cubicBezTo>
                  <a:cubicBezTo>
                    <a:pt x="60960" y="22860"/>
                    <a:pt x="71120" y="19050"/>
                    <a:pt x="87630" y="20320"/>
                  </a:cubicBezTo>
                  <a:cubicBezTo>
                    <a:pt x="120650" y="21590"/>
                    <a:pt x="203200" y="36830"/>
                    <a:pt x="226060" y="63500"/>
                  </a:cubicBezTo>
                  <a:cubicBezTo>
                    <a:pt x="242570" y="82550"/>
                    <a:pt x="242570" y="120650"/>
                    <a:pt x="237490" y="140970"/>
                  </a:cubicBezTo>
                  <a:cubicBezTo>
                    <a:pt x="232410" y="158750"/>
                    <a:pt x="219710" y="175260"/>
                    <a:pt x="204470" y="184150"/>
                  </a:cubicBezTo>
                  <a:cubicBezTo>
                    <a:pt x="185420" y="194310"/>
                    <a:pt x="147320" y="200660"/>
                    <a:pt x="125730" y="191770"/>
                  </a:cubicBezTo>
                  <a:cubicBezTo>
                    <a:pt x="104140" y="182880"/>
                    <a:pt x="80010" y="153670"/>
                    <a:pt x="74930" y="130810"/>
                  </a:cubicBezTo>
                  <a:cubicBezTo>
                    <a:pt x="71120" y="107950"/>
                    <a:pt x="81280" y="71120"/>
                    <a:pt x="97790" y="54610"/>
                  </a:cubicBezTo>
                  <a:cubicBezTo>
                    <a:pt x="114300" y="38100"/>
                    <a:pt x="149860" y="26670"/>
                    <a:pt x="172720" y="30480"/>
                  </a:cubicBezTo>
                  <a:cubicBezTo>
                    <a:pt x="195580" y="34290"/>
                    <a:pt x="224790" y="59690"/>
                    <a:pt x="234950" y="78740"/>
                  </a:cubicBezTo>
                  <a:cubicBezTo>
                    <a:pt x="243840" y="95250"/>
                    <a:pt x="243840" y="116840"/>
                    <a:pt x="240030" y="133350"/>
                  </a:cubicBezTo>
                  <a:cubicBezTo>
                    <a:pt x="236220" y="149860"/>
                    <a:pt x="224790" y="167640"/>
                    <a:pt x="212090" y="179070"/>
                  </a:cubicBezTo>
                  <a:cubicBezTo>
                    <a:pt x="198120" y="189230"/>
                    <a:pt x="179070" y="198120"/>
                    <a:pt x="161290" y="198120"/>
                  </a:cubicBezTo>
                  <a:cubicBezTo>
                    <a:pt x="139700" y="196850"/>
                    <a:pt x="102870" y="158750"/>
                    <a:pt x="90170" y="163830"/>
                  </a:cubicBezTo>
                  <a:cubicBezTo>
                    <a:pt x="82550" y="166370"/>
                    <a:pt x="86360" y="184150"/>
                    <a:pt x="80010" y="186690"/>
                  </a:cubicBezTo>
                  <a:cubicBezTo>
                    <a:pt x="72390" y="190500"/>
                    <a:pt x="53340" y="181610"/>
                    <a:pt x="41910" y="175260"/>
                  </a:cubicBezTo>
                  <a:cubicBezTo>
                    <a:pt x="30480" y="168910"/>
                    <a:pt x="20320" y="158750"/>
                    <a:pt x="12700" y="147320"/>
                  </a:cubicBezTo>
                  <a:cubicBezTo>
                    <a:pt x="6350" y="137160"/>
                    <a:pt x="1270" y="123190"/>
                    <a:pt x="0" y="109220"/>
                  </a:cubicBezTo>
                  <a:cubicBezTo>
                    <a:pt x="0" y="92710"/>
                    <a:pt x="7620" y="67310"/>
                    <a:pt x="17780" y="53340"/>
                  </a:cubicBezTo>
                  <a:cubicBezTo>
                    <a:pt x="25400" y="41910"/>
                    <a:pt x="36830" y="33020"/>
                    <a:pt x="48260" y="27940"/>
                  </a:cubicBezTo>
                  <a:cubicBezTo>
                    <a:pt x="60960" y="22860"/>
                    <a:pt x="74930" y="19050"/>
                    <a:pt x="87630" y="20320"/>
                  </a:cubicBezTo>
                  <a:cubicBezTo>
                    <a:pt x="99060" y="20320"/>
                    <a:pt x="109220" y="24130"/>
                    <a:pt x="120650" y="30480"/>
                  </a:cubicBezTo>
                  <a:cubicBezTo>
                    <a:pt x="138430" y="40640"/>
                    <a:pt x="176530" y="63500"/>
                    <a:pt x="177800" y="83820"/>
                  </a:cubicBezTo>
                  <a:cubicBezTo>
                    <a:pt x="177800" y="106680"/>
                    <a:pt x="128270" y="158750"/>
                    <a:pt x="105410" y="160020"/>
                  </a:cubicBezTo>
                  <a:cubicBezTo>
                    <a:pt x="88900" y="161290"/>
                    <a:pt x="67310" y="139700"/>
                    <a:pt x="57150" y="123190"/>
                  </a:cubicBezTo>
                  <a:cubicBezTo>
                    <a:pt x="46990" y="104140"/>
                    <a:pt x="41910" y="71120"/>
                    <a:pt x="49530" y="52070"/>
                  </a:cubicBezTo>
                  <a:cubicBezTo>
                    <a:pt x="57150" y="31750"/>
                    <a:pt x="85090" y="11430"/>
                    <a:pt x="104140" y="5080"/>
                  </a:cubicBezTo>
                  <a:cubicBezTo>
                    <a:pt x="120650" y="0"/>
                    <a:pt x="158750" y="12700"/>
                    <a:pt x="158750" y="12700"/>
                  </a:cubicBezTo>
                </a:path>
              </a:pathLst>
            </a:custGeom>
            <a:solidFill>
              <a:srgbClr val="FFFFFF"/>
            </a:solidFill>
            <a:ln cap="sq">
              <a:noFill/>
              <a:prstDash val="solid"/>
              <a:miter/>
            </a:ln>
          </p:spPr>
        </p:sp>
      </p:grpSp>
      <p:sp>
        <p:nvSpPr>
          <p:cNvPr id="40" name="Freeform 40"/>
          <p:cNvSpPr/>
          <p:nvPr/>
        </p:nvSpPr>
        <p:spPr>
          <a:xfrm>
            <a:off x="6869730" y="0"/>
            <a:ext cx="6201196" cy="10287000"/>
          </a:xfrm>
          <a:custGeom>
            <a:avLst/>
            <a:gdLst/>
            <a:ahLst/>
            <a:cxnLst/>
            <a:rect l="l" t="t" r="r" b="b"/>
            <a:pathLst>
              <a:path w="6201196" h="10287000">
                <a:moveTo>
                  <a:pt x="0" y="0"/>
                </a:moveTo>
                <a:lnTo>
                  <a:pt x="6201196" y="0"/>
                </a:lnTo>
                <a:lnTo>
                  <a:pt x="6201196" y="10287000"/>
                </a:lnTo>
                <a:lnTo>
                  <a:pt x="0" y="10287000"/>
                </a:lnTo>
                <a:lnTo>
                  <a:pt x="0" y="0"/>
                </a:lnTo>
                <a:close/>
              </a:path>
            </a:pathLst>
          </a:custGeom>
          <a:blipFill>
            <a:blip r:embed="rId2"/>
            <a:stretch>
              <a:fillRect/>
            </a:stretch>
          </a:blipFill>
        </p:spPr>
      </p:sp>
      <p:sp>
        <p:nvSpPr>
          <p:cNvPr id="41" name="TextBox 41"/>
          <p:cNvSpPr txBox="1"/>
          <p:nvPr/>
        </p:nvSpPr>
        <p:spPr>
          <a:xfrm>
            <a:off x="647914" y="417278"/>
            <a:ext cx="5758464" cy="895350"/>
          </a:xfrm>
          <a:prstGeom prst="rect">
            <a:avLst/>
          </a:prstGeom>
        </p:spPr>
        <p:txBody>
          <a:bodyPr lIns="0" tIns="0" rIns="0" bIns="0" rtlCol="0" anchor="t">
            <a:spAutoFit/>
          </a:bodyPr>
          <a:lstStyle/>
          <a:p>
            <a:pPr algn="l">
              <a:lnSpc>
                <a:spcPts val="7080"/>
              </a:lnSpc>
            </a:pPr>
            <a:r>
              <a:rPr lang="en-US" sz="5900" b="1">
                <a:solidFill>
                  <a:srgbClr val="1B517B"/>
                </a:solidFill>
                <a:latin typeface="Barlow Ultra-Bold"/>
                <a:ea typeface="Barlow Ultra-Bold"/>
                <a:cs typeface="Barlow Ultra-Bold"/>
                <a:sym typeface="Barlow Ultra-Bold"/>
              </a:rPr>
              <a:t>MODELO TO - BE</a:t>
            </a:r>
          </a:p>
        </p:txBody>
      </p:sp>
      <p:grpSp>
        <p:nvGrpSpPr>
          <p:cNvPr id="42" name="Group 42"/>
          <p:cNvGrpSpPr/>
          <p:nvPr/>
        </p:nvGrpSpPr>
        <p:grpSpPr>
          <a:xfrm>
            <a:off x="11564302" y="-284797"/>
            <a:ext cx="1767840" cy="1207770"/>
            <a:chOff x="0" y="0"/>
            <a:chExt cx="2357120" cy="1610360"/>
          </a:xfrm>
        </p:grpSpPr>
        <p:sp>
          <p:nvSpPr>
            <p:cNvPr id="43" name="Freeform 43"/>
            <p:cNvSpPr/>
            <p:nvPr/>
          </p:nvSpPr>
          <p:spPr>
            <a:xfrm>
              <a:off x="50800" y="50800"/>
              <a:ext cx="2259330" cy="1511300"/>
            </a:xfrm>
            <a:custGeom>
              <a:avLst/>
              <a:gdLst/>
              <a:ahLst/>
              <a:cxnLst/>
              <a:rect l="l" t="t" r="r" b="b"/>
              <a:pathLst>
                <a:path w="2259330" h="1511300">
                  <a:moveTo>
                    <a:pt x="0" y="360680"/>
                  </a:moveTo>
                  <a:cubicBezTo>
                    <a:pt x="0" y="346710"/>
                    <a:pt x="0" y="340360"/>
                    <a:pt x="0" y="340360"/>
                  </a:cubicBezTo>
                  <a:cubicBezTo>
                    <a:pt x="0" y="340360"/>
                    <a:pt x="2540" y="334010"/>
                    <a:pt x="3810" y="330200"/>
                  </a:cubicBezTo>
                  <a:cubicBezTo>
                    <a:pt x="3810" y="327660"/>
                    <a:pt x="6350" y="321310"/>
                    <a:pt x="6350" y="321310"/>
                  </a:cubicBezTo>
                  <a:cubicBezTo>
                    <a:pt x="6350" y="321310"/>
                    <a:pt x="10160" y="314960"/>
                    <a:pt x="11430" y="312420"/>
                  </a:cubicBezTo>
                  <a:cubicBezTo>
                    <a:pt x="12700" y="309880"/>
                    <a:pt x="16510" y="303530"/>
                    <a:pt x="16510" y="303530"/>
                  </a:cubicBezTo>
                  <a:cubicBezTo>
                    <a:pt x="16510" y="303530"/>
                    <a:pt x="21590" y="298450"/>
                    <a:pt x="24130" y="295910"/>
                  </a:cubicBezTo>
                  <a:cubicBezTo>
                    <a:pt x="26670" y="293370"/>
                    <a:pt x="30480" y="289560"/>
                    <a:pt x="30480" y="289560"/>
                  </a:cubicBezTo>
                  <a:cubicBezTo>
                    <a:pt x="30480" y="289560"/>
                    <a:pt x="36830" y="285750"/>
                    <a:pt x="39370" y="283210"/>
                  </a:cubicBezTo>
                  <a:cubicBezTo>
                    <a:pt x="41910" y="281940"/>
                    <a:pt x="48260" y="278130"/>
                    <a:pt x="48260" y="278130"/>
                  </a:cubicBezTo>
                  <a:cubicBezTo>
                    <a:pt x="48260" y="278130"/>
                    <a:pt x="54610" y="276860"/>
                    <a:pt x="57150" y="275590"/>
                  </a:cubicBezTo>
                  <a:cubicBezTo>
                    <a:pt x="60960" y="274320"/>
                    <a:pt x="67310" y="271780"/>
                    <a:pt x="67310" y="271780"/>
                  </a:cubicBezTo>
                  <a:cubicBezTo>
                    <a:pt x="67310" y="271780"/>
                    <a:pt x="73660" y="271780"/>
                    <a:pt x="77470" y="271780"/>
                  </a:cubicBezTo>
                  <a:cubicBezTo>
                    <a:pt x="81280" y="271780"/>
                    <a:pt x="87630" y="270510"/>
                    <a:pt x="87630" y="270510"/>
                  </a:cubicBezTo>
                  <a:cubicBezTo>
                    <a:pt x="87630" y="270510"/>
                    <a:pt x="93980" y="271780"/>
                    <a:pt x="97790" y="273050"/>
                  </a:cubicBezTo>
                  <a:cubicBezTo>
                    <a:pt x="100330" y="273050"/>
                    <a:pt x="106680" y="274320"/>
                    <a:pt x="107950" y="274320"/>
                  </a:cubicBezTo>
                  <a:cubicBezTo>
                    <a:pt x="107950" y="274320"/>
                    <a:pt x="113030" y="276860"/>
                    <a:pt x="116840" y="278130"/>
                  </a:cubicBezTo>
                  <a:cubicBezTo>
                    <a:pt x="119380" y="279400"/>
                    <a:pt x="125730" y="281940"/>
                    <a:pt x="125730" y="281940"/>
                  </a:cubicBezTo>
                  <a:cubicBezTo>
                    <a:pt x="125730" y="283210"/>
                    <a:pt x="138430" y="304800"/>
                    <a:pt x="139700" y="304800"/>
                  </a:cubicBezTo>
                  <a:cubicBezTo>
                    <a:pt x="140970" y="304800"/>
                    <a:pt x="148590" y="300990"/>
                    <a:pt x="148590" y="300990"/>
                  </a:cubicBezTo>
                  <a:cubicBezTo>
                    <a:pt x="149860" y="300990"/>
                    <a:pt x="154940" y="300990"/>
                    <a:pt x="158750" y="300990"/>
                  </a:cubicBezTo>
                  <a:cubicBezTo>
                    <a:pt x="161290" y="299720"/>
                    <a:pt x="167640" y="299720"/>
                    <a:pt x="168910" y="299720"/>
                  </a:cubicBezTo>
                  <a:cubicBezTo>
                    <a:pt x="168910" y="299720"/>
                    <a:pt x="168910" y="299720"/>
                    <a:pt x="170180" y="299720"/>
                  </a:cubicBezTo>
                  <a:cubicBezTo>
                    <a:pt x="170180" y="298450"/>
                    <a:pt x="168910" y="293370"/>
                    <a:pt x="168910" y="293370"/>
                  </a:cubicBezTo>
                  <a:cubicBezTo>
                    <a:pt x="168910" y="293370"/>
                    <a:pt x="168910" y="287020"/>
                    <a:pt x="168910" y="283210"/>
                  </a:cubicBezTo>
                  <a:cubicBezTo>
                    <a:pt x="168910" y="279400"/>
                    <a:pt x="168910" y="273050"/>
                    <a:pt x="168910" y="273050"/>
                  </a:cubicBezTo>
                  <a:cubicBezTo>
                    <a:pt x="168910" y="273050"/>
                    <a:pt x="171450" y="266700"/>
                    <a:pt x="172720" y="262890"/>
                  </a:cubicBezTo>
                  <a:cubicBezTo>
                    <a:pt x="172720" y="259080"/>
                    <a:pt x="175260" y="252730"/>
                    <a:pt x="175260" y="252730"/>
                  </a:cubicBezTo>
                  <a:cubicBezTo>
                    <a:pt x="175260" y="252730"/>
                    <a:pt x="179070" y="246380"/>
                    <a:pt x="180340" y="243840"/>
                  </a:cubicBezTo>
                  <a:cubicBezTo>
                    <a:pt x="181610" y="241300"/>
                    <a:pt x="185420" y="234950"/>
                    <a:pt x="185420" y="234950"/>
                  </a:cubicBezTo>
                  <a:cubicBezTo>
                    <a:pt x="185420" y="234950"/>
                    <a:pt x="190500" y="229870"/>
                    <a:pt x="193040" y="227330"/>
                  </a:cubicBezTo>
                  <a:cubicBezTo>
                    <a:pt x="195580" y="224790"/>
                    <a:pt x="199390" y="219710"/>
                    <a:pt x="199390" y="219710"/>
                  </a:cubicBezTo>
                  <a:cubicBezTo>
                    <a:pt x="200660" y="219710"/>
                    <a:pt x="205740" y="215900"/>
                    <a:pt x="208280" y="214630"/>
                  </a:cubicBezTo>
                  <a:cubicBezTo>
                    <a:pt x="212090" y="212090"/>
                    <a:pt x="217170" y="208280"/>
                    <a:pt x="217170" y="208280"/>
                  </a:cubicBezTo>
                  <a:cubicBezTo>
                    <a:pt x="217170" y="208280"/>
                    <a:pt x="224790" y="205740"/>
                    <a:pt x="227330" y="205740"/>
                  </a:cubicBezTo>
                  <a:cubicBezTo>
                    <a:pt x="231140" y="204470"/>
                    <a:pt x="237490" y="201930"/>
                    <a:pt x="237490" y="201930"/>
                  </a:cubicBezTo>
                  <a:cubicBezTo>
                    <a:pt x="237490" y="201930"/>
                    <a:pt x="243840" y="200660"/>
                    <a:pt x="247650" y="200660"/>
                  </a:cubicBezTo>
                  <a:cubicBezTo>
                    <a:pt x="251460" y="200660"/>
                    <a:pt x="257810" y="200660"/>
                    <a:pt x="257810" y="200660"/>
                  </a:cubicBezTo>
                  <a:cubicBezTo>
                    <a:pt x="257810" y="200660"/>
                    <a:pt x="265430" y="200660"/>
                    <a:pt x="267970" y="201930"/>
                  </a:cubicBezTo>
                  <a:cubicBezTo>
                    <a:pt x="271780" y="201930"/>
                    <a:pt x="278130" y="203200"/>
                    <a:pt x="278130" y="203200"/>
                  </a:cubicBezTo>
                  <a:cubicBezTo>
                    <a:pt x="279400" y="203200"/>
                    <a:pt x="285750" y="205740"/>
                    <a:pt x="288290" y="207010"/>
                  </a:cubicBezTo>
                  <a:cubicBezTo>
                    <a:pt x="290830" y="208280"/>
                    <a:pt x="292100" y="210820"/>
                    <a:pt x="295910" y="210820"/>
                  </a:cubicBezTo>
                  <a:cubicBezTo>
                    <a:pt x="306070" y="213360"/>
                    <a:pt x="331470" y="209550"/>
                    <a:pt x="347980" y="210820"/>
                  </a:cubicBezTo>
                  <a:cubicBezTo>
                    <a:pt x="364490" y="212090"/>
                    <a:pt x="388620" y="218440"/>
                    <a:pt x="397510" y="219710"/>
                  </a:cubicBezTo>
                  <a:cubicBezTo>
                    <a:pt x="401320" y="219710"/>
                    <a:pt x="401320" y="219710"/>
                    <a:pt x="403860" y="219710"/>
                  </a:cubicBezTo>
                  <a:cubicBezTo>
                    <a:pt x="407670" y="219710"/>
                    <a:pt x="410210" y="222250"/>
                    <a:pt x="415290" y="222250"/>
                  </a:cubicBezTo>
                  <a:cubicBezTo>
                    <a:pt x="425450" y="224790"/>
                    <a:pt x="443230" y="226060"/>
                    <a:pt x="458470" y="229870"/>
                  </a:cubicBezTo>
                  <a:cubicBezTo>
                    <a:pt x="474980" y="233680"/>
                    <a:pt x="490220" y="241300"/>
                    <a:pt x="508000" y="245110"/>
                  </a:cubicBezTo>
                  <a:cubicBezTo>
                    <a:pt x="529590" y="251460"/>
                    <a:pt x="553720" y="256540"/>
                    <a:pt x="579120" y="260350"/>
                  </a:cubicBezTo>
                  <a:cubicBezTo>
                    <a:pt x="604520" y="264160"/>
                    <a:pt x="636270" y="262890"/>
                    <a:pt x="660400" y="269240"/>
                  </a:cubicBezTo>
                  <a:cubicBezTo>
                    <a:pt x="683260" y="275590"/>
                    <a:pt x="703580" y="290830"/>
                    <a:pt x="722630" y="297180"/>
                  </a:cubicBezTo>
                  <a:cubicBezTo>
                    <a:pt x="739140" y="303530"/>
                    <a:pt x="750570" y="306070"/>
                    <a:pt x="767080" y="308610"/>
                  </a:cubicBezTo>
                  <a:cubicBezTo>
                    <a:pt x="784860" y="312420"/>
                    <a:pt x="803910" y="313690"/>
                    <a:pt x="828040" y="317500"/>
                  </a:cubicBezTo>
                  <a:cubicBezTo>
                    <a:pt x="863600" y="322580"/>
                    <a:pt x="913130" y="331470"/>
                    <a:pt x="955040" y="341630"/>
                  </a:cubicBezTo>
                  <a:cubicBezTo>
                    <a:pt x="998220" y="351790"/>
                    <a:pt x="1043940" y="368300"/>
                    <a:pt x="1082040" y="377190"/>
                  </a:cubicBezTo>
                  <a:cubicBezTo>
                    <a:pt x="1112520" y="383540"/>
                    <a:pt x="1148080" y="389890"/>
                    <a:pt x="1163320" y="392430"/>
                  </a:cubicBezTo>
                  <a:cubicBezTo>
                    <a:pt x="1170940" y="393700"/>
                    <a:pt x="1173480" y="396240"/>
                    <a:pt x="1178560" y="393700"/>
                  </a:cubicBezTo>
                  <a:cubicBezTo>
                    <a:pt x="1191260" y="387350"/>
                    <a:pt x="1205230" y="346710"/>
                    <a:pt x="1228090" y="325120"/>
                  </a:cubicBezTo>
                  <a:cubicBezTo>
                    <a:pt x="1257300" y="297180"/>
                    <a:pt x="1309370" y="250190"/>
                    <a:pt x="1344930" y="248920"/>
                  </a:cubicBezTo>
                  <a:cubicBezTo>
                    <a:pt x="1375410" y="247650"/>
                    <a:pt x="1414780" y="297180"/>
                    <a:pt x="1430020" y="292100"/>
                  </a:cubicBezTo>
                  <a:cubicBezTo>
                    <a:pt x="1440180" y="288290"/>
                    <a:pt x="1438910" y="273050"/>
                    <a:pt x="1446530" y="259080"/>
                  </a:cubicBezTo>
                  <a:cubicBezTo>
                    <a:pt x="1460500" y="233680"/>
                    <a:pt x="1490980" y="184150"/>
                    <a:pt x="1513840" y="156210"/>
                  </a:cubicBezTo>
                  <a:cubicBezTo>
                    <a:pt x="1531620" y="132080"/>
                    <a:pt x="1546860" y="115570"/>
                    <a:pt x="1567180" y="96520"/>
                  </a:cubicBezTo>
                  <a:cubicBezTo>
                    <a:pt x="1588770" y="74930"/>
                    <a:pt x="1612900" y="49530"/>
                    <a:pt x="1642110" y="36830"/>
                  </a:cubicBezTo>
                  <a:cubicBezTo>
                    <a:pt x="1672590" y="22860"/>
                    <a:pt x="1725930" y="17780"/>
                    <a:pt x="1751330" y="19050"/>
                  </a:cubicBezTo>
                  <a:cubicBezTo>
                    <a:pt x="1765300" y="20320"/>
                    <a:pt x="1771650" y="29210"/>
                    <a:pt x="1783080" y="27940"/>
                  </a:cubicBezTo>
                  <a:cubicBezTo>
                    <a:pt x="1798320" y="25400"/>
                    <a:pt x="1814830" y="0"/>
                    <a:pt x="1832610" y="0"/>
                  </a:cubicBezTo>
                  <a:cubicBezTo>
                    <a:pt x="1855470" y="2540"/>
                    <a:pt x="1899920" y="43180"/>
                    <a:pt x="1908810" y="55880"/>
                  </a:cubicBezTo>
                  <a:cubicBezTo>
                    <a:pt x="1911350" y="60960"/>
                    <a:pt x="1908810" y="63500"/>
                    <a:pt x="1911350" y="67310"/>
                  </a:cubicBezTo>
                  <a:cubicBezTo>
                    <a:pt x="1916430" y="72390"/>
                    <a:pt x="1932940" y="71120"/>
                    <a:pt x="1945640" y="78740"/>
                  </a:cubicBezTo>
                  <a:cubicBezTo>
                    <a:pt x="1963420" y="88900"/>
                    <a:pt x="1982470" y="113030"/>
                    <a:pt x="2005330" y="130810"/>
                  </a:cubicBezTo>
                  <a:cubicBezTo>
                    <a:pt x="2033270" y="153670"/>
                    <a:pt x="2073910" y="173990"/>
                    <a:pt x="2101850" y="201930"/>
                  </a:cubicBezTo>
                  <a:cubicBezTo>
                    <a:pt x="2128520" y="228600"/>
                    <a:pt x="2147570" y="264160"/>
                    <a:pt x="2167890" y="292100"/>
                  </a:cubicBezTo>
                  <a:cubicBezTo>
                    <a:pt x="2186940" y="318770"/>
                    <a:pt x="2207260" y="336550"/>
                    <a:pt x="2221230" y="365760"/>
                  </a:cubicBezTo>
                  <a:cubicBezTo>
                    <a:pt x="2237740" y="400050"/>
                    <a:pt x="2249170" y="445770"/>
                    <a:pt x="2254250" y="485140"/>
                  </a:cubicBezTo>
                  <a:cubicBezTo>
                    <a:pt x="2259330" y="521970"/>
                    <a:pt x="2254250" y="556260"/>
                    <a:pt x="2251710" y="594360"/>
                  </a:cubicBezTo>
                  <a:cubicBezTo>
                    <a:pt x="2247900" y="638810"/>
                    <a:pt x="2245360" y="690880"/>
                    <a:pt x="2233930" y="736600"/>
                  </a:cubicBezTo>
                  <a:cubicBezTo>
                    <a:pt x="2221230" y="781050"/>
                    <a:pt x="2202180" y="822960"/>
                    <a:pt x="2180590" y="863600"/>
                  </a:cubicBezTo>
                  <a:cubicBezTo>
                    <a:pt x="2160270" y="902970"/>
                    <a:pt x="2133600" y="939800"/>
                    <a:pt x="2105660" y="976630"/>
                  </a:cubicBezTo>
                  <a:cubicBezTo>
                    <a:pt x="2077720" y="1013460"/>
                    <a:pt x="2043430" y="1051560"/>
                    <a:pt x="2015490" y="1082040"/>
                  </a:cubicBezTo>
                  <a:cubicBezTo>
                    <a:pt x="1992630" y="1106170"/>
                    <a:pt x="1969770" y="1131570"/>
                    <a:pt x="1953260" y="1145540"/>
                  </a:cubicBezTo>
                  <a:cubicBezTo>
                    <a:pt x="1944370" y="1153160"/>
                    <a:pt x="1930400" y="1159510"/>
                    <a:pt x="1930400" y="1162050"/>
                  </a:cubicBezTo>
                  <a:cubicBezTo>
                    <a:pt x="1930400" y="1163320"/>
                    <a:pt x="1931670" y="1162050"/>
                    <a:pt x="1932940" y="1163320"/>
                  </a:cubicBezTo>
                  <a:cubicBezTo>
                    <a:pt x="1935480" y="1165860"/>
                    <a:pt x="1943100" y="1170940"/>
                    <a:pt x="1948180" y="1174750"/>
                  </a:cubicBezTo>
                  <a:cubicBezTo>
                    <a:pt x="1951990" y="1179830"/>
                    <a:pt x="1955800" y="1184910"/>
                    <a:pt x="1959610" y="1189990"/>
                  </a:cubicBezTo>
                  <a:cubicBezTo>
                    <a:pt x="1962150" y="1195070"/>
                    <a:pt x="1964690" y="1201420"/>
                    <a:pt x="1967230" y="1206500"/>
                  </a:cubicBezTo>
                  <a:cubicBezTo>
                    <a:pt x="1968500" y="1212850"/>
                    <a:pt x="1969770" y="1219200"/>
                    <a:pt x="1971040" y="1225550"/>
                  </a:cubicBezTo>
                  <a:cubicBezTo>
                    <a:pt x="1971040" y="1231900"/>
                    <a:pt x="1971040" y="1238250"/>
                    <a:pt x="1969770" y="1244600"/>
                  </a:cubicBezTo>
                  <a:cubicBezTo>
                    <a:pt x="1968500" y="1249680"/>
                    <a:pt x="1965960" y="1256030"/>
                    <a:pt x="1963420" y="1262380"/>
                  </a:cubicBezTo>
                  <a:cubicBezTo>
                    <a:pt x="1960880" y="1267460"/>
                    <a:pt x="1958340" y="1273810"/>
                    <a:pt x="1954530" y="1277620"/>
                  </a:cubicBezTo>
                  <a:cubicBezTo>
                    <a:pt x="1950720" y="1282700"/>
                    <a:pt x="1945640" y="1287780"/>
                    <a:pt x="1940560" y="1291590"/>
                  </a:cubicBezTo>
                  <a:cubicBezTo>
                    <a:pt x="1936750" y="1295400"/>
                    <a:pt x="1930400" y="1299210"/>
                    <a:pt x="1925320" y="1301750"/>
                  </a:cubicBezTo>
                  <a:cubicBezTo>
                    <a:pt x="1918970" y="1304290"/>
                    <a:pt x="1912620" y="1305560"/>
                    <a:pt x="1907540" y="1306830"/>
                  </a:cubicBezTo>
                  <a:cubicBezTo>
                    <a:pt x="1901190" y="1308100"/>
                    <a:pt x="1894840" y="1308100"/>
                    <a:pt x="1888490" y="1308100"/>
                  </a:cubicBezTo>
                  <a:cubicBezTo>
                    <a:pt x="1882140" y="1308100"/>
                    <a:pt x="1875790" y="1306830"/>
                    <a:pt x="1869440" y="1304290"/>
                  </a:cubicBezTo>
                  <a:cubicBezTo>
                    <a:pt x="1864360" y="1303020"/>
                    <a:pt x="1852930" y="1296670"/>
                    <a:pt x="1852930" y="1296670"/>
                  </a:cubicBezTo>
                  <a:cubicBezTo>
                    <a:pt x="1852930" y="1296670"/>
                    <a:pt x="1802130" y="1266190"/>
                    <a:pt x="1794510" y="1262380"/>
                  </a:cubicBezTo>
                  <a:cubicBezTo>
                    <a:pt x="1793240" y="1261110"/>
                    <a:pt x="1793240" y="1261110"/>
                    <a:pt x="1790700" y="1261110"/>
                  </a:cubicBezTo>
                  <a:cubicBezTo>
                    <a:pt x="1785620" y="1261110"/>
                    <a:pt x="1771650" y="1277620"/>
                    <a:pt x="1755140" y="1287780"/>
                  </a:cubicBezTo>
                  <a:cubicBezTo>
                    <a:pt x="1725930" y="1303020"/>
                    <a:pt x="1670050" y="1325880"/>
                    <a:pt x="1628140" y="1339850"/>
                  </a:cubicBezTo>
                  <a:cubicBezTo>
                    <a:pt x="1587500" y="1353820"/>
                    <a:pt x="1546860" y="1369060"/>
                    <a:pt x="1507490" y="1372870"/>
                  </a:cubicBezTo>
                  <a:cubicBezTo>
                    <a:pt x="1471930" y="1377950"/>
                    <a:pt x="1436370" y="1374140"/>
                    <a:pt x="1403350" y="1371600"/>
                  </a:cubicBezTo>
                  <a:cubicBezTo>
                    <a:pt x="1374140" y="1369060"/>
                    <a:pt x="1346200" y="1369060"/>
                    <a:pt x="1319530" y="1358900"/>
                  </a:cubicBezTo>
                  <a:cubicBezTo>
                    <a:pt x="1291590" y="1348740"/>
                    <a:pt x="1253490" y="1309370"/>
                    <a:pt x="1240790" y="1308100"/>
                  </a:cubicBezTo>
                  <a:cubicBezTo>
                    <a:pt x="1236980" y="1308100"/>
                    <a:pt x="1231900" y="1311910"/>
                    <a:pt x="1231900" y="1311910"/>
                  </a:cubicBezTo>
                  <a:cubicBezTo>
                    <a:pt x="1231900" y="1311910"/>
                    <a:pt x="1225550" y="1311910"/>
                    <a:pt x="1221740" y="1311910"/>
                  </a:cubicBezTo>
                  <a:cubicBezTo>
                    <a:pt x="1219200" y="1313180"/>
                    <a:pt x="1212850" y="1313180"/>
                    <a:pt x="1211580" y="1313180"/>
                  </a:cubicBezTo>
                  <a:cubicBezTo>
                    <a:pt x="1211580" y="1313180"/>
                    <a:pt x="1186180" y="1313180"/>
                    <a:pt x="1169670" y="1313180"/>
                  </a:cubicBezTo>
                  <a:cubicBezTo>
                    <a:pt x="1145540" y="1311910"/>
                    <a:pt x="1102360" y="1313180"/>
                    <a:pt x="1080770" y="1310640"/>
                  </a:cubicBezTo>
                  <a:cubicBezTo>
                    <a:pt x="1070610" y="1309370"/>
                    <a:pt x="1066800" y="1306830"/>
                    <a:pt x="1056640" y="1305560"/>
                  </a:cubicBezTo>
                  <a:cubicBezTo>
                    <a:pt x="1037590" y="1304290"/>
                    <a:pt x="1004570" y="1306830"/>
                    <a:pt x="977900" y="1306830"/>
                  </a:cubicBezTo>
                  <a:cubicBezTo>
                    <a:pt x="948690" y="1308100"/>
                    <a:pt x="918210" y="1306830"/>
                    <a:pt x="889000" y="1306830"/>
                  </a:cubicBezTo>
                  <a:cubicBezTo>
                    <a:pt x="861060" y="1306830"/>
                    <a:pt x="833120" y="1306830"/>
                    <a:pt x="805180" y="1306830"/>
                  </a:cubicBezTo>
                  <a:cubicBezTo>
                    <a:pt x="778510" y="1306830"/>
                    <a:pt x="750570" y="1306830"/>
                    <a:pt x="723900" y="1306830"/>
                  </a:cubicBezTo>
                  <a:cubicBezTo>
                    <a:pt x="697230" y="1306830"/>
                    <a:pt x="670560" y="1306830"/>
                    <a:pt x="642620" y="1306830"/>
                  </a:cubicBezTo>
                  <a:cubicBezTo>
                    <a:pt x="610870" y="1306830"/>
                    <a:pt x="558800" y="1292860"/>
                    <a:pt x="543560" y="1306830"/>
                  </a:cubicBezTo>
                  <a:cubicBezTo>
                    <a:pt x="532130" y="1318260"/>
                    <a:pt x="548640" y="1346200"/>
                    <a:pt x="543560" y="1369060"/>
                  </a:cubicBezTo>
                  <a:cubicBezTo>
                    <a:pt x="535940" y="1403350"/>
                    <a:pt x="519430" y="1465580"/>
                    <a:pt x="491490" y="1488440"/>
                  </a:cubicBezTo>
                  <a:cubicBezTo>
                    <a:pt x="464820" y="1508760"/>
                    <a:pt x="415290" y="1511300"/>
                    <a:pt x="383540" y="1508760"/>
                  </a:cubicBezTo>
                  <a:cubicBezTo>
                    <a:pt x="355600" y="1506220"/>
                    <a:pt x="332740" y="1494790"/>
                    <a:pt x="307340" y="1480820"/>
                  </a:cubicBezTo>
                  <a:cubicBezTo>
                    <a:pt x="275590" y="1463040"/>
                    <a:pt x="236220" y="1438910"/>
                    <a:pt x="210820" y="1408430"/>
                  </a:cubicBezTo>
                  <a:cubicBezTo>
                    <a:pt x="184150" y="1376680"/>
                    <a:pt x="163830" y="1333500"/>
                    <a:pt x="151130" y="1291590"/>
                  </a:cubicBezTo>
                  <a:cubicBezTo>
                    <a:pt x="138430" y="1248410"/>
                    <a:pt x="139700" y="1201420"/>
                    <a:pt x="138430" y="1154430"/>
                  </a:cubicBezTo>
                  <a:cubicBezTo>
                    <a:pt x="135890" y="1107440"/>
                    <a:pt x="137160" y="1050290"/>
                    <a:pt x="142240" y="1009650"/>
                  </a:cubicBezTo>
                  <a:cubicBezTo>
                    <a:pt x="146050" y="981710"/>
                    <a:pt x="162560" y="949960"/>
                    <a:pt x="161290" y="937260"/>
                  </a:cubicBezTo>
                  <a:cubicBezTo>
                    <a:pt x="160020" y="932180"/>
                    <a:pt x="157480" y="933450"/>
                    <a:pt x="154940" y="928370"/>
                  </a:cubicBezTo>
                  <a:cubicBezTo>
                    <a:pt x="147320" y="913130"/>
                    <a:pt x="123190" y="859790"/>
                    <a:pt x="111760" y="826770"/>
                  </a:cubicBezTo>
                  <a:cubicBezTo>
                    <a:pt x="101600" y="795020"/>
                    <a:pt x="96520" y="764540"/>
                    <a:pt x="87630" y="732790"/>
                  </a:cubicBezTo>
                  <a:cubicBezTo>
                    <a:pt x="76200" y="697230"/>
                    <a:pt x="58420" y="659130"/>
                    <a:pt x="48260" y="621030"/>
                  </a:cubicBezTo>
                  <a:cubicBezTo>
                    <a:pt x="38100" y="582930"/>
                    <a:pt x="27940" y="521970"/>
                    <a:pt x="27940" y="504190"/>
                  </a:cubicBezTo>
                  <a:cubicBezTo>
                    <a:pt x="27940" y="499110"/>
                    <a:pt x="30480" y="496570"/>
                    <a:pt x="29210" y="494030"/>
                  </a:cubicBezTo>
                  <a:cubicBezTo>
                    <a:pt x="29210" y="491490"/>
                    <a:pt x="26670" y="488950"/>
                    <a:pt x="26670" y="488950"/>
                  </a:cubicBezTo>
                  <a:cubicBezTo>
                    <a:pt x="26670" y="487680"/>
                    <a:pt x="24130" y="482600"/>
                    <a:pt x="22860" y="480060"/>
                  </a:cubicBezTo>
                  <a:cubicBezTo>
                    <a:pt x="22860" y="476250"/>
                    <a:pt x="20320" y="471170"/>
                    <a:pt x="20320" y="471170"/>
                  </a:cubicBezTo>
                  <a:cubicBezTo>
                    <a:pt x="20320" y="471170"/>
                    <a:pt x="20320" y="464820"/>
                    <a:pt x="20320" y="461010"/>
                  </a:cubicBezTo>
                  <a:cubicBezTo>
                    <a:pt x="20320" y="458470"/>
                    <a:pt x="19050" y="452120"/>
                    <a:pt x="19050" y="452120"/>
                  </a:cubicBezTo>
                  <a:cubicBezTo>
                    <a:pt x="19050" y="452120"/>
                    <a:pt x="20320" y="445770"/>
                    <a:pt x="21590" y="443230"/>
                  </a:cubicBezTo>
                  <a:cubicBezTo>
                    <a:pt x="21590" y="440690"/>
                    <a:pt x="22860" y="434340"/>
                    <a:pt x="22860" y="434340"/>
                  </a:cubicBezTo>
                  <a:cubicBezTo>
                    <a:pt x="22860" y="434340"/>
                    <a:pt x="25400" y="427990"/>
                    <a:pt x="26670" y="425450"/>
                  </a:cubicBezTo>
                  <a:cubicBezTo>
                    <a:pt x="27940" y="422910"/>
                    <a:pt x="30480" y="420370"/>
                    <a:pt x="29210" y="419100"/>
                  </a:cubicBezTo>
                  <a:cubicBezTo>
                    <a:pt x="29210" y="416560"/>
                    <a:pt x="24130" y="415290"/>
                    <a:pt x="24130" y="415290"/>
                  </a:cubicBezTo>
                  <a:cubicBezTo>
                    <a:pt x="24130" y="414020"/>
                    <a:pt x="20320" y="408940"/>
                    <a:pt x="17780" y="406400"/>
                  </a:cubicBezTo>
                  <a:cubicBezTo>
                    <a:pt x="16510" y="403860"/>
                    <a:pt x="11430" y="398780"/>
                    <a:pt x="11430" y="398780"/>
                  </a:cubicBezTo>
                  <a:cubicBezTo>
                    <a:pt x="11430" y="398780"/>
                    <a:pt x="8890" y="392430"/>
                    <a:pt x="7620" y="389890"/>
                  </a:cubicBezTo>
                  <a:cubicBezTo>
                    <a:pt x="6350" y="386080"/>
                    <a:pt x="3810" y="381000"/>
                    <a:pt x="3810" y="381000"/>
                  </a:cubicBezTo>
                  <a:cubicBezTo>
                    <a:pt x="3810" y="381000"/>
                    <a:pt x="2540" y="373380"/>
                    <a:pt x="1270" y="370840"/>
                  </a:cubicBezTo>
                  <a:cubicBezTo>
                    <a:pt x="1270" y="367030"/>
                    <a:pt x="0" y="360680"/>
                    <a:pt x="0" y="360680"/>
                  </a:cubicBezTo>
                  <a:moveTo>
                    <a:pt x="302260" y="1223010"/>
                  </a:moveTo>
                  <a:cubicBezTo>
                    <a:pt x="306070" y="1229360"/>
                    <a:pt x="306070" y="1228090"/>
                    <a:pt x="306070" y="1228090"/>
                  </a:cubicBezTo>
                  <a:cubicBezTo>
                    <a:pt x="306070" y="1228090"/>
                    <a:pt x="306070" y="1221740"/>
                    <a:pt x="306070" y="1219200"/>
                  </a:cubicBezTo>
                  <a:cubicBezTo>
                    <a:pt x="306070" y="1215390"/>
                    <a:pt x="306070" y="1209040"/>
                    <a:pt x="306070" y="1209040"/>
                  </a:cubicBezTo>
                  <a:cubicBezTo>
                    <a:pt x="306070" y="1209040"/>
                    <a:pt x="307340" y="1202690"/>
                    <a:pt x="307340" y="1200150"/>
                  </a:cubicBezTo>
                  <a:cubicBezTo>
                    <a:pt x="308610" y="1197610"/>
                    <a:pt x="309880" y="1191260"/>
                    <a:pt x="309880" y="1191260"/>
                  </a:cubicBezTo>
                  <a:cubicBezTo>
                    <a:pt x="309880" y="1191260"/>
                    <a:pt x="313690" y="1184910"/>
                    <a:pt x="314960" y="1182370"/>
                  </a:cubicBezTo>
                  <a:cubicBezTo>
                    <a:pt x="316230" y="1179830"/>
                    <a:pt x="318770" y="1174750"/>
                    <a:pt x="318770" y="1174750"/>
                  </a:cubicBezTo>
                  <a:cubicBezTo>
                    <a:pt x="318770" y="1174750"/>
                    <a:pt x="322580" y="1169670"/>
                    <a:pt x="325120" y="1167130"/>
                  </a:cubicBezTo>
                  <a:cubicBezTo>
                    <a:pt x="327660" y="1164590"/>
                    <a:pt x="331470" y="1160780"/>
                    <a:pt x="331470" y="1160780"/>
                  </a:cubicBezTo>
                  <a:cubicBezTo>
                    <a:pt x="331470" y="1159510"/>
                    <a:pt x="336550" y="1156970"/>
                    <a:pt x="339090" y="1154430"/>
                  </a:cubicBezTo>
                  <a:cubicBezTo>
                    <a:pt x="341630" y="1153160"/>
                    <a:pt x="346710" y="1149350"/>
                    <a:pt x="346710" y="1149350"/>
                  </a:cubicBezTo>
                  <a:cubicBezTo>
                    <a:pt x="346710" y="1149350"/>
                    <a:pt x="353060" y="1146810"/>
                    <a:pt x="355600" y="1145540"/>
                  </a:cubicBezTo>
                  <a:cubicBezTo>
                    <a:pt x="356870" y="1145540"/>
                    <a:pt x="358140" y="1145540"/>
                    <a:pt x="359410" y="1144270"/>
                  </a:cubicBezTo>
                  <a:cubicBezTo>
                    <a:pt x="361950" y="1139190"/>
                    <a:pt x="349250" y="1098550"/>
                    <a:pt x="342900" y="1082040"/>
                  </a:cubicBezTo>
                  <a:cubicBezTo>
                    <a:pt x="337820" y="1070610"/>
                    <a:pt x="327660" y="1056640"/>
                    <a:pt x="325120" y="1055370"/>
                  </a:cubicBezTo>
                  <a:cubicBezTo>
                    <a:pt x="325120" y="1055370"/>
                    <a:pt x="323850" y="1056640"/>
                    <a:pt x="323850" y="1056640"/>
                  </a:cubicBezTo>
                  <a:cubicBezTo>
                    <a:pt x="323850" y="1056640"/>
                    <a:pt x="317500" y="1057910"/>
                    <a:pt x="314960" y="1059180"/>
                  </a:cubicBezTo>
                  <a:cubicBezTo>
                    <a:pt x="312420" y="1060450"/>
                    <a:pt x="309880" y="1059180"/>
                    <a:pt x="307340" y="1061720"/>
                  </a:cubicBezTo>
                  <a:cubicBezTo>
                    <a:pt x="304800" y="1065530"/>
                    <a:pt x="306070" y="1075690"/>
                    <a:pt x="306070" y="1088390"/>
                  </a:cubicBezTo>
                  <a:cubicBezTo>
                    <a:pt x="304800" y="1116330"/>
                    <a:pt x="302260" y="1223010"/>
                    <a:pt x="302260" y="1223010"/>
                  </a:cubicBezTo>
                  <a:moveTo>
                    <a:pt x="325120" y="1270000"/>
                  </a:moveTo>
                  <a:cubicBezTo>
                    <a:pt x="361950" y="1329690"/>
                    <a:pt x="421640" y="1356360"/>
                    <a:pt x="426720" y="1350010"/>
                  </a:cubicBezTo>
                  <a:cubicBezTo>
                    <a:pt x="431800" y="1346200"/>
                    <a:pt x="414020" y="1313180"/>
                    <a:pt x="403860" y="1304290"/>
                  </a:cubicBezTo>
                  <a:cubicBezTo>
                    <a:pt x="397510" y="1299210"/>
                    <a:pt x="388620" y="1297940"/>
                    <a:pt x="383540" y="1296670"/>
                  </a:cubicBezTo>
                  <a:cubicBezTo>
                    <a:pt x="379730" y="1296670"/>
                    <a:pt x="377190" y="1296670"/>
                    <a:pt x="374650" y="1295400"/>
                  </a:cubicBezTo>
                  <a:cubicBezTo>
                    <a:pt x="370840" y="1295400"/>
                    <a:pt x="364490" y="1295400"/>
                    <a:pt x="364490" y="1295400"/>
                  </a:cubicBezTo>
                  <a:cubicBezTo>
                    <a:pt x="364490" y="1295400"/>
                    <a:pt x="359410" y="1292860"/>
                    <a:pt x="355600" y="1291590"/>
                  </a:cubicBezTo>
                  <a:cubicBezTo>
                    <a:pt x="353060" y="1290320"/>
                    <a:pt x="346710" y="1287780"/>
                    <a:pt x="346710" y="1287780"/>
                  </a:cubicBezTo>
                  <a:cubicBezTo>
                    <a:pt x="346710" y="1287780"/>
                    <a:pt x="341630" y="1283970"/>
                    <a:pt x="339090" y="1282700"/>
                  </a:cubicBezTo>
                  <a:cubicBezTo>
                    <a:pt x="336550" y="1281430"/>
                    <a:pt x="331470" y="1277620"/>
                    <a:pt x="331470" y="1277620"/>
                  </a:cubicBezTo>
                  <a:cubicBezTo>
                    <a:pt x="331470" y="1277620"/>
                    <a:pt x="325120" y="1270000"/>
                    <a:pt x="325120" y="1270000"/>
                  </a:cubicBezTo>
                  <a:moveTo>
                    <a:pt x="330200" y="377190"/>
                  </a:moveTo>
                  <a:cubicBezTo>
                    <a:pt x="359410" y="389890"/>
                    <a:pt x="359410" y="382270"/>
                    <a:pt x="358140" y="379730"/>
                  </a:cubicBezTo>
                  <a:cubicBezTo>
                    <a:pt x="355600" y="375920"/>
                    <a:pt x="347980" y="374650"/>
                    <a:pt x="342900" y="373380"/>
                  </a:cubicBezTo>
                  <a:cubicBezTo>
                    <a:pt x="339090" y="373380"/>
                    <a:pt x="330200" y="377190"/>
                    <a:pt x="330200" y="377190"/>
                  </a:cubicBezTo>
                  <a:moveTo>
                    <a:pt x="530860" y="1131570"/>
                  </a:moveTo>
                  <a:cubicBezTo>
                    <a:pt x="591820" y="1130300"/>
                    <a:pt x="660400" y="1135380"/>
                    <a:pt x="661670" y="1130300"/>
                  </a:cubicBezTo>
                  <a:cubicBezTo>
                    <a:pt x="662940" y="1129030"/>
                    <a:pt x="660400" y="1129030"/>
                    <a:pt x="659130" y="1126490"/>
                  </a:cubicBezTo>
                  <a:cubicBezTo>
                    <a:pt x="652780" y="1118870"/>
                    <a:pt x="638810" y="1090930"/>
                    <a:pt x="622300" y="1079500"/>
                  </a:cubicBezTo>
                  <a:cubicBezTo>
                    <a:pt x="605790" y="1068070"/>
                    <a:pt x="574040" y="1065530"/>
                    <a:pt x="560070" y="1059180"/>
                  </a:cubicBezTo>
                  <a:cubicBezTo>
                    <a:pt x="551180" y="1056640"/>
                    <a:pt x="542290" y="1050290"/>
                    <a:pt x="541020" y="1051560"/>
                  </a:cubicBezTo>
                  <a:cubicBezTo>
                    <a:pt x="539750" y="1051560"/>
                    <a:pt x="543560" y="1057910"/>
                    <a:pt x="543560" y="1057910"/>
                  </a:cubicBezTo>
                  <a:cubicBezTo>
                    <a:pt x="543560" y="1057910"/>
                    <a:pt x="544830" y="1064260"/>
                    <a:pt x="544830" y="1066800"/>
                  </a:cubicBezTo>
                  <a:cubicBezTo>
                    <a:pt x="546100" y="1070610"/>
                    <a:pt x="547370" y="1076960"/>
                    <a:pt x="547370" y="1076960"/>
                  </a:cubicBezTo>
                  <a:cubicBezTo>
                    <a:pt x="547370" y="1076960"/>
                    <a:pt x="547370" y="1083310"/>
                    <a:pt x="547370" y="1087120"/>
                  </a:cubicBezTo>
                  <a:cubicBezTo>
                    <a:pt x="546100" y="1089660"/>
                    <a:pt x="546100" y="1096010"/>
                    <a:pt x="546100" y="1096010"/>
                  </a:cubicBezTo>
                  <a:cubicBezTo>
                    <a:pt x="546100" y="1096010"/>
                    <a:pt x="544830" y="1102360"/>
                    <a:pt x="543560" y="1106170"/>
                  </a:cubicBezTo>
                  <a:cubicBezTo>
                    <a:pt x="542290" y="1108710"/>
                    <a:pt x="541020" y="1115060"/>
                    <a:pt x="541020" y="1115060"/>
                  </a:cubicBezTo>
                  <a:cubicBezTo>
                    <a:pt x="541020" y="1115060"/>
                    <a:pt x="537210" y="1120140"/>
                    <a:pt x="535940" y="1123950"/>
                  </a:cubicBezTo>
                  <a:cubicBezTo>
                    <a:pt x="534670" y="1126490"/>
                    <a:pt x="530860" y="1131570"/>
                    <a:pt x="530860" y="1131570"/>
                  </a:cubicBezTo>
                  <a:moveTo>
                    <a:pt x="543560" y="420370"/>
                  </a:moveTo>
                  <a:cubicBezTo>
                    <a:pt x="548640" y="452120"/>
                    <a:pt x="560070" y="448310"/>
                    <a:pt x="566420" y="449580"/>
                  </a:cubicBezTo>
                  <a:cubicBezTo>
                    <a:pt x="570230" y="450850"/>
                    <a:pt x="572770" y="454660"/>
                    <a:pt x="577850" y="455930"/>
                  </a:cubicBezTo>
                  <a:cubicBezTo>
                    <a:pt x="584200" y="457200"/>
                    <a:pt x="599440" y="455930"/>
                    <a:pt x="601980" y="452120"/>
                  </a:cubicBezTo>
                  <a:cubicBezTo>
                    <a:pt x="603250" y="449580"/>
                    <a:pt x="600710" y="445770"/>
                    <a:pt x="599440" y="443230"/>
                  </a:cubicBezTo>
                  <a:cubicBezTo>
                    <a:pt x="599440" y="440690"/>
                    <a:pt x="599440" y="439420"/>
                    <a:pt x="598170" y="436880"/>
                  </a:cubicBezTo>
                  <a:cubicBezTo>
                    <a:pt x="593090" y="431800"/>
                    <a:pt x="543560" y="420370"/>
                    <a:pt x="543560" y="420370"/>
                  </a:cubicBezTo>
                  <a:moveTo>
                    <a:pt x="919480" y="1024890"/>
                  </a:moveTo>
                  <a:cubicBezTo>
                    <a:pt x="976630" y="1046480"/>
                    <a:pt x="976630" y="1040130"/>
                    <a:pt x="975360" y="1037590"/>
                  </a:cubicBezTo>
                  <a:cubicBezTo>
                    <a:pt x="972820" y="1035050"/>
                    <a:pt x="969010" y="1036320"/>
                    <a:pt x="965200" y="1035050"/>
                  </a:cubicBezTo>
                  <a:cubicBezTo>
                    <a:pt x="955040" y="1033780"/>
                    <a:pt x="919480" y="1024890"/>
                    <a:pt x="919480" y="1024890"/>
                  </a:cubicBezTo>
                  <a:moveTo>
                    <a:pt x="1018540" y="607060"/>
                  </a:moveTo>
                  <a:cubicBezTo>
                    <a:pt x="1024890" y="618490"/>
                    <a:pt x="1026160" y="629920"/>
                    <a:pt x="1031240" y="632460"/>
                  </a:cubicBezTo>
                  <a:cubicBezTo>
                    <a:pt x="1037590" y="636270"/>
                    <a:pt x="1054100" y="632460"/>
                    <a:pt x="1060450" y="627380"/>
                  </a:cubicBezTo>
                  <a:cubicBezTo>
                    <a:pt x="1064260" y="623570"/>
                    <a:pt x="1064260" y="610870"/>
                    <a:pt x="1065530" y="608330"/>
                  </a:cubicBezTo>
                  <a:cubicBezTo>
                    <a:pt x="1065530" y="607060"/>
                    <a:pt x="1057910" y="608330"/>
                    <a:pt x="1051560" y="608330"/>
                  </a:cubicBezTo>
                  <a:cubicBezTo>
                    <a:pt x="1042670" y="608330"/>
                    <a:pt x="1018540" y="607060"/>
                    <a:pt x="1018540" y="607060"/>
                  </a:cubicBezTo>
                  <a:moveTo>
                    <a:pt x="1305560" y="1140460"/>
                  </a:moveTo>
                  <a:cubicBezTo>
                    <a:pt x="1399540" y="1219200"/>
                    <a:pt x="1443990" y="1212850"/>
                    <a:pt x="1477010" y="1207770"/>
                  </a:cubicBezTo>
                  <a:cubicBezTo>
                    <a:pt x="1510030" y="1203960"/>
                    <a:pt x="1541780" y="1193800"/>
                    <a:pt x="1569720" y="1184910"/>
                  </a:cubicBezTo>
                  <a:cubicBezTo>
                    <a:pt x="1592580" y="1178560"/>
                    <a:pt x="1630680" y="1167130"/>
                    <a:pt x="1631950" y="1160780"/>
                  </a:cubicBezTo>
                  <a:cubicBezTo>
                    <a:pt x="1631950" y="1156970"/>
                    <a:pt x="1623060" y="1151890"/>
                    <a:pt x="1615440" y="1150620"/>
                  </a:cubicBezTo>
                  <a:cubicBezTo>
                    <a:pt x="1598930" y="1148080"/>
                    <a:pt x="1560830" y="1168400"/>
                    <a:pt x="1532890" y="1170940"/>
                  </a:cubicBezTo>
                  <a:cubicBezTo>
                    <a:pt x="1507490" y="1173480"/>
                    <a:pt x="1483360" y="1169670"/>
                    <a:pt x="1455420" y="1168400"/>
                  </a:cubicBezTo>
                  <a:cubicBezTo>
                    <a:pt x="1424940" y="1165860"/>
                    <a:pt x="1385570" y="1165860"/>
                    <a:pt x="1357630" y="1159510"/>
                  </a:cubicBezTo>
                  <a:cubicBezTo>
                    <a:pt x="1337310" y="1154430"/>
                    <a:pt x="1305560" y="1140460"/>
                    <a:pt x="1305560" y="1140460"/>
                  </a:cubicBezTo>
                  <a:moveTo>
                    <a:pt x="1346200" y="426720"/>
                  </a:moveTo>
                  <a:cubicBezTo>
                    <a:pt x="1352550" y="426720"/>
                    <a:pt x="1355090" y="426720"/>
                    <a:pt x="1355090" y="426720"/>
                  </a:cubicBezTo>
                  <a:cubicBezTo>
                    <a:pt x="1355090" y="425450"/>
                    <a:pt x="1351280" y="420370"/>
                    <a:pt x="1350010" y="420370"/>
                  </a:cubicBezTo>
                  <a:cubicBezTo>
                    <a:pt x="1348740" y="420370"/>
                    <a:pt x="1346200" y="426720"/>
                    <a:pt x="1346200" y="426720"/>
                  </a:cubicBezTo>
                  <a:moveTo>
                    <a:pt x="1527810" y="707390"/>
                  </a:moveTo>
                  <a:cubicBezTo>
                    <a:pt x="1581150" y="709930"/>
                    <a:pt x="1581150" y="709930"/>
                    <a:pt x="1581150" y="709930"/>
                  </a:cubicBezTo>
                  <a:cubicBezTo>
                    <a:pt x="1579880" y="709930"/>
                    <a:pt x="1573530" y="701040"/>
                    <a:pt x="1573530" y="698500"/>
                  </a:cubicBezTo>
                  <a:cubicBezTo>
                    <a:pt x="1572260" y="698500"/>
                    <a:pt x="1572260" y="698500"/>
                    <a:pt x="1572260" y="698500"/>
                  </a:cubicBezTo>
                  <a:cubicBezTo>
                    <a:pt x="1570990" y="697230"/>
                    <a:pt x="1567180" y="698500"/>
                    <a:pt x="1563370" y="698500"/>
                  </a:cubicBezTo>
                  <a:cubicBezTo>
                    <a:pt x="1557020" y="699770"/>
                    <a:pt x="1535430" y="697230"/>
                    <a:pt x="1530350" y="701040"/>
                  </a:cubicBezTo>
                  <a:cubicBezTo>
                    <a:pt x="1527810" y="702310"/>
                    <a:pt x="1527810" y="707390"/>
                    <a:pt x="1527810" y="707390"/>
                  </a:cubicBezTo>
                  <a:moveTo>
                    <a:pt x="1629410" y="477520"/>
                  </a:moveTo>
                  <a:cubicBezTo>
                    <a:pt x="1631950" y="478790"/>
                    <a:pt x="1631950" y="474980"/>
                    <a:pt x="1631950" y="474980"/>
                  </a:cubicBezTo>
                  <a:cubicBezTo>
                    <a:pt x="1631950" y="474980"/>
                    <a:pt x="1629410" y="477520"/>
                    <a:pt x="1629410" y="477520"/>
                  </a:cubicBezTo>
                  <a:moveTo>
                    <a:pt x="1868170" y="999490"/>
                  </a:moveTo>
                  <a:cubicBezTo>
                    <a:pt x="1911350" y="960120"/>
                    <a:pt x="1938020" y="930910"/>
                    <a:pt x="1938020" y="928370"/>
                  </a:cubicBezTo>
                  <a:cubicBezTo>
                    <a:pt x="1938020" y="928370"/>
                    <a:pt x="1936750" y="928370"/>
                    <a:pt x="1935480" y="929640"/>
                  </a:cubicBezTo>
                  <a:cubicBezTo>
                    <a:pt x="1934210" y="929640"/>
                    <a:pt x="1932940" y="930910"/>
                    <a:pt x="1931670" y="930910"/>
                  </a:cubicBezTo>
                  <a:cubicBezTo>
                    <a:pt x="1929130" y="930910"/>
                    <a:pt x="1925320" y="930910"/>
                    <a:pt x="1921510" y="930910"/>
                  </a:cubicBezTo>
                  <a:cubicBezTo>
                    <a:pt x="1918970" y="932180"/>
                    <a:pt x="1916430" y="932180"/>
                    <a:pt x="1912620" y="932180"/>
                  </a:cubicBezTo>
                  <a:cubicBezTo>
                    <a:pt x="1903730" y="933450"/>
                    <a:pt x="1875790" y="932180"/>
                    <a:pt x="1873250" y="932180"/>
                  </a:cubicBezTo>
                  <a:cubicBezTo>
                    <a:pt x="1873250" y="932180"/>
                    <a:pt x="1873250" y="932180"/>
                    <a:pt x="1871980" y="932180"/>
                  </a:cubicBezTo>
                  <a:cubicBezTo>
                    <a:pt x="1871980" y="933450"/>
                    <a:pt x="1873250" y="939800"/>
                    <a:pt x="1873250" y="946150"/>
                  </a:cubicBezTo>
                  <a:cubicBezTo>
                    <a:pt x="1871980" y="957580"/>
                    <a:pt x="1868170" y="999490"/>
                    <a:pt x="1868170" y="999490"/>
                  </a:cubicBezTo>
                  <a:moveTo>
                    <a:pt x="1869440" y="621030"/>
                  </a:moveTo>
                  <a:cubicBezTo>
                    <a:pt x="1870710" y="650240"/>
                    <a:pt x="1870710" y="702310"/>
                    <a:pt x="1870710" y="726440"/>
                  </a:cubicBezTo>
                  <a:cubicBezTo>
                    <a:pt x="1871980" y="740410"/>
                    <a:pt x="1865630" y="755650"/>
                    <a:pt x="1871980" y="762000"/>
                  </a:cubicBezTo>
                  <a:cubicBezTo>
                    <a:pt x="1878330" y="768350"/>
                    <a:pt x="1903730" y="760730"/>
                    <a:pt x="1912620" y="762000"/>
                  </a:cubicBezTo>
                  <a:cubicBezTo>
                    <a:pt x="1917700" y="762000"/>
                    <a:pt x="1918970" y="763270"/>
                    <a:pt x="1922780" y="763270"/>
                  </a:cubicBezTo>
                  <a:cubicBezTo>
                    <a:pt x="1925320" y="763270"/>
                    <a:pt x="1929130" y="763270"/>
                    <a:pt x="1931670" y="764540"/>
                  </a:cubicBezTo>
                  <a:cubicBezTo>
                    <a:pt x="1932940" y="764540"/>
                    <a:pt x="1934210" y="765810"/>
                    <a:pt x="1935480" y="765810"/>
                  </a:cubicBezTo>
                  <a:cubicBezTo>
                    <a:pt x="1936750" y="765810"/>
                    <a:pt x="1938020" y="765810"/>
                    <a:pt x="1940560" y="765810"/>
                  </a:cubicBezTo>
                  <a:cubicBezTo>
                    <a:pt x="1943100" y="767080"/>
                    <a:pt x="1945640" y="769620"/>
                    <a:pt x="1948180" y="770890"/>
                  </a:cubicBezTo>
                  <a:cubicBezTo>
                    <a:pt x="1950720" y="772160"/>
                    <a:pt x="1954530" y="773430"/>
                    <a:pt x="1957070" y="774700"/>
                  </a:cubicBezTo>
                  <a:cubicBezTo>
                    <a:pt x="1958340" y="774700"/>
                    <a:pt x="1959610" y="775970"/>
                    <a:pt x="1960880" y="777240"/>
                  </a:cubicBezTo>
                  <a:cubicBezTo>
                    <a:pt x="1962150" y="778510"/>
                    <a:pt x="1963420" y="778510"/>
                    <a:pt x="1964690" y="779780"/>
                  </a:cubicBezTo>
                  <a:cubicBezTo>
                    <a:pt x="1967230" y="781050"/>
                    <a:pt x="1968500" y="783590"/>
                    <a:pt x="1971040" y="786130"/>
                  </a:cubicBezTo>
                  <a:cubicBezTo>
                    <a:pt x="1973580" y="788670"/>
                    <a:pt x="1976120" y="789940"/>
                    <a:pt x="1978660" y="792480"/>
                  </a:cubicBezTo>
                  <a:cubicBezTo>
                    <a:pt x="1979930" y="793750"/>
                    <a:pt x="1979930" y="795020"/>
                    <a:pt x="1979930" y="796290"/>
                  </a:cubicBezTo>
                  <a:cubicBezTo>
                    <a:pt x="1981200" y="797560"/>
                    <a:pt x="1982470" y="797560"/>
                    <a:pt x="1983740" y="800100"/>
                  </a:cubicBezTo>
                  <a:cubicBezTo>
                    <a:pt x="1985010" y="801370"/>
                    <a:pt x="1986280" y="805180"/>
                    <a:pt x="1987550" y="807720"/>
                  </a:cubicBezTo>
                  <a:cubicBezTo>
                    <a:pt x="1988820" y="810260"/>
                    <a:pt x="1991360" y="814070"/>
                    <a:pt x="1992630" y="815340"/>
                  </a:cubicBezTo>
                  <a:cubicBezTo>
                    <a:pt x="1992630" y="817880"/>
                    <a:pt x="1992630" y="819150"/>
                    <a:pt x="1993900" y="820420"/>
                  </a:cubicBezTo>
                  <a:cubicBezTo>
                    <a:pt x="1993900" y="821690"/>
                    <a:pt x="1995170" y="822960"/>
                    <a:pt x="1995170" y="824230"/>
                  </a:cubicBezTo>
                  <a:cubicBezTo>
                    <a:pt x="1996440" y="826770"/>
                    <a:pt x="1996440" y="830580"/>
                    <a:pt x="1996440" y="834390"/>
                  </a:cubicBezTo>
                  <a:cubicBezTo>
                    <a:pt x="1996440" y="836930"/>
                    <a:pt x="1997710" y="840740"/>
                    <a:pt x="1997710" y="843280"/>
                  </a:cubicBezTo>
                  <a:cubicBezTo>
                    <a:pt x="1998980" y="844550"/>
                    <a:pt x="1997710" y="845820"/>
                    <a:pt x="1997710" y="847090"/>
                  </a:cubicBezTo>
                  <a:cubicBezTo>
                    <a:pt x="1997710" y="848360"/>
                    <a:pt x="1997710" y="850900"/>
                    <a:pt x="1997710" y="852170"/>
                  </a:cubicBezTo>
                  <a:cubicBezTo>
                    <a:pt x="1998980" y="853440"/>
                    <a:pt x="2032000" y="807720"/>
                    <a:pt x="2045970" y="781050"/>
                  </a:cubicBezTo>
                  <a:cubicBezTo>
                    <a:pt x="2061210" y="751840"/>
                    <a:pt x="2076450" y="715010"/>
                    <a:pt x="2084070" y="681990"/>
                  </a:cubicBezTo>
                  <a:cubicBezTo>
                    <a:pt x="2091690" y="648970"/>
                    <a:pt x="2091690" y="617220"/>
                    <a:pt x="2092960" y="584200"/>
                  </a:cubicBezTo>
                  <a:cubicBezTo>
                    <a:pt x="2094230" y="551180"/>
                    <a:pt x="2103120" y="516890"/>
                    <a:pt x="2094230" y="485140"/>
                  </a:cubicBezTo>
                  <a:cubicBezTo>
                    <a:pt x="2086610" y="452120"/>
                    <a:pt x="2061210" y="421640"/>
                    <a:pt x="2042160" y="392430"/>
                  </a:cubicBezTo>
                  <a:cubicBezTo>
                    <a:pt x="2023110" y="361950"/>
                    <a:pt x="2000250" y="327660"/>
                    <a:pt x="1978660" y="306070"/>
                  </a:cubicBezTo>
                  <a:cubicBezTo>
                    <a:pt x="1962150" y="289560"/>
                    <a:pt x="1939290" y="264160"/>
                    <a:pt x="1926590" y="269240"/>
                  </a:cubicBezTo>
                  <a:cubicBezTo>
                    <a:pt x="1908810" y="276860"/>
                    <a:pt x="1911350" y="368300"/>
                    <a:pt x="1906270" y="410210"/>
                  </a:cubicBezTo>
                  <a:cubicBezTo>
                    <a:pt x="1901190" y="443230"/>
                    <a:pt x="1901190" y="472440"/>
                    <a:pt x="1894840" y="500380"/>
                  </a:cubicBezTo>
                  <a:cubicBezTo>
                    <a:pt x="1889760" y="523240"/>
                    <a:pt x="1878330" y="546100"/>
                    <a:pt x="1874520" y="561340"/>
                  </a:cubicBezTo>
                  <a:cubicBezTo>
                    <a:pt x="1873250" y="571500"/>
                    <a:pt x="1874520" y="579120"/>
                    <a:pt x="1873250" y="585470"/>
                  </a:cubicBezTo>
                  <a:cubicBezTo>
                    <a:pt x="1873250" y="590550"/>
                    <a:pt x="1871980" y="595630"/>
                    <a:pt x="1870710" y="598170"/>
                  </a:cubicBezTo>
                  <a:cubicBezTo>
                    <a:pt x="1870710" y="600710"/>
                    <a:pt x="1871980" y="600710"/>
                    <a:pt x="1871980" y="603250"/>
                  </a:cubicBezTo>
                  <a:cubicBezTo>
                    <a:pt x="1871980" y="605790"/>
                    <a:pt x="1871980" y="612140"/>
                    <a:pt x="1871980" y="612140"/>
                  </a:cubicBezTo>
                  <a:cubicBezTo>
                    <a:pt x="1871980" y="612140"/>
                    <a:pt x="1869440" y="621030"/>
                    <a:pt x="1869440" y="621030"/>
                  </a:cubicBezTo>
                </a:path>
              </a:pathLst>
            </a:custGeom>
            <a:solidFill>
              <a:srgbClr val="FFFFFF"/>
            </a:solidFill>
            <a:ln cap="sq">
              <a:noFill/>
              <a:prstDash val="solid"/>
              <a:miter/>
            </a:ln>
          </p:spPr>
        </p:sp>
      </p:grpSp>
      <p:grpSp>
        <p:nvGrpSpPr>
          <p:cNvPr id="44" name="Group 44"/>
          <p:cNvGrpSpPr/>
          <p:nvPr/>
        </p:nvGrpSpPr>
        <p:grpSpPr>
          <a:xfrm>
            <a:off x="11462385" y="-154305"/>
            <a:ext cx="1764030" cy="1324927"/>
            <a:chOff x="0" y="0"/>
            <a:chExt cx="2352040" cy="1766570"/>
          </a:xfrm>
        </p:grpSpPr>
        <p:sp>
          <p:nvSpPr>
            <p:cNvPr id="45" name="Freeform 45"/>
            <p:cNvSpPr/>
            <p:nvPr/>
          </p:nvSpPr>
          <p:spPr>
            <a:xfrm>
              <a:off x="40640" y="46990"/>
              <a:ext cx="2265680" cy="1670050"/>
            </a:xfrm>
            <a:custGeom>
              <a:avLst/>
              <a:gdLst/>
              <a:ahLst/>
              <a:cxnLst/>
              <a:rect l="l" t="t" r="r" b="b"/>
              <a:pathLst>
                <a:path w="2265680" h="1670050">
                  <a:moveTo>
                    <a:pt x="1751330" y="532130"/>
                  </a:moveTo>
                  <a:cubicBezTo>
                    <a:pt x="1672590" y="577850"/>
                    <a:pt x="1762760" y="770890"/>
                    <a:pt x="1738630" y="817880"/>
                  </a:cubicBezTo>
                  <a:cubicBezTo>
                    <a:pt x="1724660" y="842010"/>
                    <a:pt x="1676400" y="861060"/>
                    <a:pt x="1663700" y="852170"/>
                  </a:cubicBezTo>
                  <a:cubicBezTo>
                    <a:pt x="1645920" y="839470"/>
                    <a:pt x="1686560" y="741680"/>
                    <a:pt x="1691640" y="679450"/>
                  </a:cubicBezTo>
                  <a:cubicBezTo>
                    <a:pt x="1697990" y="605790"/>
                    <a:pt x="1699260" y="519430"/>
                    <a:pt x="1694180" y="439420"/>
                  </a:cubicBezTo>
                  <a:cubicBezTo>
                    <a:pt x="1689100" y="360680"/>
                    <a:pt x="1648460" y="255270"/>
                    <a:pt x="1661160" y="204470"/>
                  </a:cubicBezTo>
                  <a:cubicBezTo>
                    <a:pt x="1668780" y="175260"/>
                    <a:pt x="1686560" y="153670"/>
                    <a:pt x="1706880" y="143510"/>
                  </a:cubicBezTo>
                  <a:cubicBezTo>
                    <a:pt x="1727200" y="134620"/>
                    <a:pt x="1764030" y="138430"/>
                    <a:pt x="1783080" y="147320"/>
                  </a:cubicBezTo>
                  <a:cubicBezTo>
                    <a:pt x="1799590" y="156210"/>
                    <a:pt x="1811020" y="171450"/>
                    <a:pt x="1818640" y="193040"/>
                  </a:cubicBezTo>
                  <a:cubicBezTo>
                    <a:pt x="1832610" y="232410"/>
                    <a:pt x="1814830" y="308610"/>
                    <a:pt x="1817370" y="375920"/>
                  </a:cubicBezTo>
                  <a:cubicBezTo>
                    <a:pt x="1821180" y="457200"/>
                    <a:pt x="1822450" y="551180"/>
                    <a:pt x="1842770" y="648970"/>
                  </a:cubicBezTo>
                  <a:cubicBezTo>
                    <a:pt x="1866900" y="768350"/>
                    <a:pt x="1992630" y="971550"/>
                    <a:pt x="1971040" y="1033780"/>
                  </a:cubicBezTo>
                  <a:cubicBezTo>
                    <a:pt x="1962150" y="1060450"/>
                    <a:pt x="1922780" y="1085850"/>
                    <a:pt x="1907540" y="1078230"/>
                  </a:cubicBezTo>
                  <a:cubicBezTo>
                    <a:pt x="1852930" y="1049020"/>
                    <a:pt x="1913890" y="356870"/>
                    <a:pt x="1924050" y="212090"/>
                  </a:cubicBezTo>
                  <a:cubicBezTo>
                    <a:pt x="1927860" y="162560"/>
                    <a:pt x="1934210" y="114300"/>
                    <a:pt x="1935480" y="114300"/>
                  </a:cubicBezTo>
                  <a:cubicBezTo>
                    <a:pt x="1936750" y="114300"/>
                    <a:pt x="1939290" y="204470"/>
                    <a:pt x="1934210" y="205740"/>
                  </a:cubicBezTo>
                  <a:cubicBezTo>
                    <a:pt x="1931670" y="205740"/>
                    <a:pt x="1916430" y="171450"/>
                    <a:pt x="1917700" y="153670"/>
                  </a:cubicBezTo>
                  <a:cubicBezTo>
                    <a:pt x="1920240" y="134620"/>
                    <a:pt x="1935480" y="104140"/>
                    <a:pt x="1953260" y="92710"/>
                  </a:cubicBezTo>
                  <a:cubicBezTo>
                    <a:pt x="1971040" y="82550"/>
                    <a:pt x="2006600" y="82550"/>
                    <a:pt x="2023110" y="87630"/>
                  </a:cubicBezTo>
                  <a:cubicBezTo>
                    <a:pt x="2035810" y="91440"/>
                    <a:pt x="2043430" y="99060"/>
                    <a:pt x="2052320" y="110490"/>
                  </a:cubicBezTo>
                  <a:cubicBezTo>
                    <a:pt x="2067560" y="128270"/>
                    <a:pt x="2078990" y="156210"/>
                    <a:pt x="2096770" y="193040"/>
                  </a:cubicBezTo>
                  <a:cubicBezTo>
                    <a:pt x="2128520" y="260350"/>
                    <a:pt x="2192020" y="400050"/>
                    <a:pt x="2218690" y="488950"/>
                  </a:cubicBezTo>
                  <a:cubicBezTo>
                    <a:pt x="2240280" y="557530"/>
                    <a:pt x="2255520" y="631190"/>
                    <a:pt x="2260600" y="676910"/>
                  </a:cubicBezTo>
                  <a:cubicBezTo>
                    <a:pt x="2263140" y="703580"/>
                    <a:pt x="2265680" y="721360"/>
                    <a:pt x="2259330" y="740410"/>
                  </a:cubicBezTo>
                  <a:cubicBezTo>
                    <a:pt x="2254250" y="758190"/>
                    <a:pt x="2240280" y="778510"/>
                    <a:pt x="2227580" y="788670"/>
                  </a:cubicBezTo>
                  <a:cubicBezTo>
                    <a:pt x="2217420" y="797560"/>
                    <a:pt x="2204720" y="801370"/>
                    <a:pt x="2192020" y="803910"/>
                  </a:cubicBezTo>
                  <a:cubicBezTo>
                    <a:pt x="2179320" y="805180"/>
                    <a:pt x="2165350" y="805180"/>
                    <a:pt x="2152650" y="800100"/>
                  </a:cubicBezTo>
                  <a:cubicBezTo>
                    <a:pt x="2137410" y="792480"/>
                    <a:pt x="2123440" y="783590"/>
                    <a:pt x="2108200" y="762000"/>
                  </a:cubicBezTo>
                  <a:cubicBezTo>
                    <a:pt x="2071370" y="712470"/>
                    <a:pt x="2023110" y="566420"/>
                    <a:pt x="1986280" y="466090"/>
                  </a:cubicBezTo>
                  <a:cubicBezTo>
                    <a:pt x="1950720" y="367030"/>
                    <a:pt x="1901190" y="218440"/>
                    <a:pt x="1889760" y="165100"/>
                  </a:cubicBezTo>
                  <a:cubicBezTo>
                    <a:pt x="1885950" y="147320"/>
                    <a:pt x="1883410" y="140970"/>
                    <a:pt x="1887220" y="128270"/>
                  </a:cubicBezTo>
                  <a:cubicBezTo>
                    <a:pt x="1889760" y="111760"/>
                    <a:pt x="1899920" y="90170"/>
                    <a:pt x="1913890" y="80010"/>
                  </a:cubicBezTo>
                  <a:cubicBezTo>
                    <a:pt x="1931670" y="67310"/>
                    <a:pt x="1965960" y="58420"/>
                    <a:pt x="1986280" y="64770"/>
                  </a:cubicBezTo>
                  <a:cubicBezTo>
                    <a:pt x="2006600" y="69850"/>
                    <a:pt x="2035810" y="95250"/>
                    <a:pt x="2039620" y="114300"/>
                  </a:cubicBezTo>
                  <a:cubicBezTo>
                    <a:pt x="2043430" y="135890"/>
                    <a:pt x="2009140" y="163830"/>
                    <a:pt x="2004060" y="191770"/>
                  </a:cubicBezTo>
                  <a:cubicBezTo>
                    <a:pt x="1997710" y="219710"/>
                    <a:pt x="2007870" y="243840"/>
                    <a:pt x="2005330" y="280670"/>
                  </a:cubicBezTo>
                  <a:cubicBezTo>
                    <a:pt x="2001520" y="344170"/>
                    <a:pt x="1976120" y="433070"/>
                    <a:pt x="1964690" y="537210"/>
                  </a:cubicBezTo>
                  <a:cubicBezTo>
                    <a:pt x="1944370" y="699770"/>
                    <a:pt x="1927860" y="1085850"/>
                    <a:pt x="1915160" y="1165860"/>
                  </a:cubicBezTo>
                  <a:cubicBezTo>
                    <a:pt x="1911350" y="1186180"/>
                    <a:pt x="1912620" y="1191260"/>
                    <a:pt x="1905000" y="1201420"/>
                  </a:cubicBezTo>
                  <a:cubicBezTo>
                    <a:pt x="1897380" y="1215390"/>
                    <a:pt x="1878330" y="1231900"/>
                    <a:pt x="1863090" y="1236980"/>
                  </a:cubicBezTo>
                  <a:cubicBezTo>
                    <a:pt x="1851660" y="1242060"/>
                    <a:pt x="1838960" y="1243330"/>
                    <a:pt x="1826260" y="1240790"/>
                  </a:cubicBezTo>
                  <a:cubicBezTo>
                    <a:pt x="1811020" y="1238250"/>
                    <a:pt x="1793240" y="1234440"/>
                    <a:pt x="1779270" y="1215390"/>
                  </a:cubicBezTo>
                  <a:cubicBezTo>
                    <a:pt x="1736090" y="1158240"/>
                    <a:pt x="1705610" y="901700"/>
                    <a:pt x="1685290" y="775970"/>
                  </a:cubicBezTo>
                  <a:cubicBezTo>
                    <a:pt x="1670050" y="681990"/>
                    <a:pt x="1673860" y="623570"/>
                    <a:pt x="1658620" y="528320"/>
                  </a:cubicBezTo>
                  <a:cubicBezTo>
                    <a:pt x="1639570" y="401320"/>
                    <a:pt x="1563370" y="153670"/>
                    <a:pt x="1567180" y="80010"/>
                  </a:cubicBezTo>
                  <a:cubicBezTo>
                    <a:pt x="1568450" y="54610"/>
                    <a:pt x="1573530" y="43180"/>
                    <a:pt x="1583690" y="30480"/>
                  </a:cubicBezTo>
                  <a:cubicBezTo>
                    <a:pt x="1593850" y="17780"/>
                    <a:pt x="1612900" y="7620"/>
                    <a:pt x="1628140" y="3810"/>
                  </a:cubicBezTo>
                  <a:cubicBezTo>
                    <a:pt x="1639570" y="1270"/>
                    <a:pt x="1651000" y="1270"/>
                    <a:pt x="1662430" y="6350"/>
                  </a:cubicBezTo>
                  <a:cubicBezTo>
                    <a:pt x="1678940" y="13970"/>
                    <a:pt x="1699260" y="26670"/>
                    <a:pt x="1710690" y="55880"/>
                  </a:cubicBezTo>
                  <a:cubicBezTo>
                    <a:pt x="1741170" y="130810"/>
                    <a:pt x="1699260" y="375920"/>
                    <a:pt x="1717040" y="535940"/>
                  </a:cubicBezTo>
                  <a:cubicBezTo>
                    <a:pt x="1734820" y="695960"/>
                    <a:pt x="1788160" y="891540"/>
                    <a:pt x="1817370" y="1013460"/>
                  </a:cubicBezTo>
                  <a:cubicBezTo>
                    <a:pt x="1835150" y="1090930"/>
                    <a:pt x="1845310" y="1144270"/>
                    <a:pt x="1866900" y="1200150"/>
                  </a:cubicBezTo>
                  <a:cubicBezTo>
                    <a:pt x="1884680" y="1249680"/>
                    <a:pt x="1926590" y="1301750"/>
                    <a:pt x="1934210" y="1332230"/>
                  </a:cubicBezTo>
                  <a:cubicBezTo>
                    <a:pt x="1939290" y="1346200"/>
                    <a:pt x="1939290" y="1355090"/>
                    <a:pt x="1936750" y="1366520"/>
                  </a:cubicBezTo>
                  <a:cubicBezTo>
                    <a:pt x="1935480" y="1377950"/>
                    <a:pt x="1931670" y="1389380"/>
                    <a:pt x="1922780" y="1398270"/>
                  </a:cubicBezTo>
                  <a:cubicBezTo>
                    <a:pt x="1913890" y="1408430"/>
                    <a:pt x="1894840" y="1421130"/>
                    <a:pt x="1879600" y="1424940"/>
                  </a:cubicBezTo>
                  <a:cubicBezTo>
                    <a:pt x="1864360" y="1427480"/>
                    <a:pt x="1842770" y="1423670"/>
                    <a:pt x="1830070" y="1416050"/>
                  </a:cubicBezTo>
                  <a:cubicBezTo>
                    <a:pt x="1816100" y="1407160"/>
                    <a:pt x="1804670" y="1398270"/>
                    <a:pt x="1798320" y="1375410"/>
                  </a:cubicBezTo>
                  <a:cubicBezTo>
                    <a:pt x="1774190" y="1301750"/>
                    <a:pt x="1824990" y="969010"/>
                    <a:pt x="1822450" y="853440"/>
                  </a:cubicBezTo>
                  <a:cubicBezTo>
                    <a:pt x="1821180" y="796290"/>
                    <a:pt x="1819910" y="770890"/>
                    <a:pt x="1811020" y="723900"/>
                  </a:cubicBezTo>
                  <a:cubicBezTo>
                    <a:pt x="1800860" y="664210"/>
                    <a:pt x="1737360" y="537210"/>
                    <a:pt x="1753870" y="524510"/>
                  </a:cubicBezTo>
                  <a:cubicBezTo>
                    <a:pt x="1764030" y="515620"/>
                    <a:pt x="1813560" y="532130"/>
                    <a:pt x="1826260" y="560070"/>
                  </a:cubicBezTo>
                  <a:cubicBezTo>
                    <a:pt x="1861820" y="635000"/>
                    <a:pt x="1732280" y="965200"/>
                    <a:pt x="1682750" y="1145540"/>
                  </a:cubicBezTo>
                  <a:cubicBezTo>
                    <a:pt x="1640840" y="1300480"/>
                    <a:pt x="1592580" y="1512570"/>
                    <a:pt x="1553210" y="1574800"/>
                  </a:cubicBezTo>
                  <a:cubicBezTo>
                    <a:pt x="1539240" y="1596390"/>
                    <a:pt x="1530350" y="1605280"/>
                    <a:pt x="1513840" y="1610360"/>
                  </a:cubicBezTo>
                  <a:cubicBezTo>
                    <a:pt x="1494790" y="1616710"/>
                    <a:pt x="1460500" y="1610360"/>
                    <a:pt x="1443990" y="1602740"/>
                  </a:cubicBezTo>
                  <a:cubicBezTo>
                    <a:pt x="1432560" y="1596390"/>
                    <a:pt x="1424940" y="1587500"/>
                    <a:pt x="1419860" y="1576070"/>
                  </a:cubicBezTo>
                  <a:cubicBezTo>
                    <a:pt x="1413510" y="1562100"/>
                    <a:pt x="1419860" y="1540510"/>
                    <a:pt x="1413510" y="1522730"/>
                  </a:cubicBezTo>
                  <a:cubicBezTo>
                    <a:pt x="1405890" y="1501140"/>
                    <a:pt x="1389380" y="1488440"/>
                    <a:pt x="1375410" y="1455420"/>
                  </a:cubicBezTo>
                  <a:cubicBezTo>
                    <a:pt x="1344930" y="1379220"/>
                    <a:pt x="1301750" y="1192530"/>
                    <a:pt x="1272540" y="1052830"/>
                  </a:cubicBezTo>
                  <a:cubicBezTo>
                    <a:pt x="1240790" y="901700"/>
                    <a:pt x="1212850" y="727710"/>
                    <a:pt x="1198880" y="580390"/>
                  </a:cubicBezTo>
                  <a:cubicBezTo>
                    <a:pt x="1186180" y="452120"/>
                    <a:pt x="1169670" y="269240"/>
                    <a:pt x="1187450" y="218440"/>
                  </a:cubicBezTo>
                  <a:cubicBezTo>
                    <a:pt x="1192530" y="203200"/>
                    <a:pt x="1200150" y="198120"/>
                    <a:pt x="1210310" y="191770"/>
                  </a:cubicBezTo>
                  <a:cubicBezTo>
                    <a:pt x="1223010" y="184150"/>
                    <a:pt x="1244600" y="177800"/>
                    <a:pt x="1261110" y="179070"/>
                  </a:cubicBezTo>
                  <a:cubicBezTo>
                    <a:pt x="1277620" y="180340"/>
                    <a:pt x="1296670" y="190500"/>
                    <a:pt x="1306830" y="203200"/>
                  </a:cubicBezTo>
                  <a:cubicBezTo>
                    <a:pt x="1318260" y="214630"/>
                    <a:pt x="1324610" y="231140"/>
                    <a:pt x="1325880" y="251460"/>
                  </a:cubicBezTo>
                  <a:cubicBezTo>
                    <a:pt x="1328420" y="281940"/>
                    <a:pt x="1304290" y="317500"/>
                    <a:pt x="1296670" y="368300"/>
                  </a:cubicBezTo>
                  <a:cubicBezTo>
                    <a:pt x="1280160" y="466090"/>
                    <a:pt x="1272540" y="628650"/>
                    <a:pt x="1266190" y="792480"/>
                  </a:cubicBezTo>
                  <a:cubicBezTo>
                    <a:pt x="1257300" y="1018540"/>
                    <a:pt x="1282700" y="1494790"/>
                    <a:pt x="1262380" y="1597660"/>
                  </a:cubicBezTo>
                  <a:cubicBezTo>
                    <a:pt x="1258570" y="1624330"/>
                    <a:pt x="1257300" y="1633220"/>
                    <a:pt x="1244600" y="1644650"/>
                  </a:cubicBezTo>
                  <a:cubicBezTo>
                    <a:pt x="1231900" y="1658620"/>
                    <a:pt x="1202690" y="1670050"/>
                    <a:pt x="1183640" y="1667510"/>
                  </a:cubicBezTo>
                  <a:cubicBezTo>
                    <a:pt x="1164590" y="1666240"/>
                    <a:pt x="1145540" y="1649730"/>
                    <a:pt x="1129030" y="1630680"/>
                  </a:cubicBezTo>
                  <a:cubicBezTo>
                    <a:pt x="1107440" y="1604010"/>
                    <a:pt x="1097280" y="1569720"/>
                    <a:pt x="1079500" y="1513840"/>
                  </a:cubicBezTo>
                  <a:cubicBezTo>
                    <a:pt x="1035050" y="1384300"/>
                    <a:pt x="974090" y="1064260"/>
                    <a:pt x="915670" y="857250"/>
                  </a:cubicBezTo>
                  <a:cubicBezTo>
                    <a:pt x="861060" y="666750"/>
                    <a:pt x="706120" y="394970"/>
                    <a:pt x="741680" y="316230"/>
                  </a:cubicBezTo>
                  <a:cubicBezTo>
                    <a:pt x="758190" y="280670"/>
                    <a:pt x="821690" y="254000"/>
                    <a:pt x="844550" y="269240"/>
                  </a:cubicBezTo>
                  <a:cubicBezTo>
                    <a:pt x="896620" y="302260"/>
                    <a:pt x="826770" y="636270"/>
                    <a:pt x="842010" y="808990"/>
                  </a:cubicBezTo>
                  <a:cubicBezTo>
                    <a:pt x="854710" y="969010"/>
                    <a:pt x="937260" y="1187450"/>
                    <a:pt x="922020" y="1268730"/>
                  </a:cubicBezTo>
                  <a:cubicBezTo>
                    <a:pt x="916940" y="1300480"/>
                    <a:pt x="902970" y="1318260"/>
                    <a:pt x="886460" y="1329690"/>
                  </a:cubicBezTo>
                  <a:cubicBezTo>
                    <a:pt x="871220" y="1339850"/>
                    <a:pt x="849630" y="1344930"/>
                    <a:pt x="833120" y="1339850"/>
                  </a:cubicBezTo>
                  <a:cubicBezTo>
                    <a:pt x="812800" y="1336040"/>
                    <a:pt x="796290" y="1323340"/>
                    <a:pt x="775970" y="1296670"/>
                  </a:cubicBezTo>
                  <a:cubicBezTo>
                    <a:pt x="722630" y="1225550"/>
                    <a:pt x="647700" y="938530"/>
                    <a:pt x="590550" y="819150"/>
                  </a:cubicBezTo>
                  <a:cubicBezTo>
                    <a:pt x="554990" y="742950"/>
                    <a:pt x="514350" y="693420"/>
                    <a:pt x="488950" y="640080"/>
                  </a:cubicBezTo>
                  <a:cubicBezTo>
                    <a:pt x="469900" y="599440"/>
                    <a:pt x="468630" y="574040"/>
                    <a:pt x="447040" y="530860"/>
                  </a:cubicBezTo>
                  <a:cubicBezTo>
                    <a:pt x="414020" y="463550"/>
                    <a:pt x="306070" y="332740"/>
                    <a:pt x="290830" y="278130"/>
                  </a:cubicBezTo>
                  <a:cubicBezTo>
                    <a:pt x="284480" y="255270"/>
                    <a:pt x="285750" y="241300"/>
                    <a:pt x="292100" y="226060"/>
                  </a:cubicBezTo>
                  <a:cubicBezTo>
                    <a:pt x="298450" y="209550"/>
                    <a:pt x="312420" y="194310"/>
                    <a:pt x="327660" y="186690"/>
                  </a:cubicBezTo>
                  <a:cubicBezTo>
                    <a:pt x="341630" y="179070"/>
                    <a:pt x="365760" y="177800"/>
                    <a:pt x="379730" y="180340"/>
                  </a:cubicBezTo>
                  <a:cubicBezTo>
                    <a:pt x="392430" y="182880"/>
                    <a:pt x="403860" y="191770"/>
                    <a:pt x="411480" y="198120"/>
                  </a:cubicBezTo>
                  <a:cubicBezTo>
                    <a:pt x="416560" y="201930"/>
                    <a:pt x="420370" y="204470"/>
                    <a:pt x="422910" y="210820"/>
                  </a:cubicBezTo>
                  <a:cubicBezTo>
                    <a:pt x="427990" y="227330"/>
                    <a:pt x="412750" y="266700"/>
                    <a:pt x="414020" y="303530"/>
                  </a:cubicBezTo>
                  <a:cubicBezTo>
                    <a:pt x="416560" y="356870"/>
                    <a:pt x="433070" y="435610"/>
                    <a:pt x="450850" y="502920"/>
                  </a:cubicBezTo>
                  <a:cubicBezTo>
                    <a:pt x="468630" y="574040"/>
                    <a:pt x="495300" y="648970"/>
                    <a:pt x="523240" y="721360"/>
                  </a:cubicBezTo>
                  <a:cubicBezTo>
                    <a:pt x="551180" y="793750"/>
                    <a:pt x="594360" y="864870"/>
                    <a:pt x="621030" y="933450"/>
                  </a:cubicBezTo>
                  <a:cubicBezTo>
                    <a:pt x="646430" y="998220"/>
                    <a:pt x="688340" y="1075690"/>
                    <a:pt x="684530" y="1122680"/>
                  </a:cubicBezTo>
                  <a:cubicBezTo>
                    <a:pt x="683260" y="1150620"/>
                    <a:pt x="670560" y="1176020"/>
                    <a:pt x="652780" y="1188720"/>
                  </a:cubicBezTo>
                  <a:cubicBezTo>
                    <a:pt x="636270" y="1201420"/>
                    <a:pt x="600710" y="1206500"/>
                    <a:pt x="580390" y="1200150"/>
                  </a:cubicBezTo>
                  <a:cubicBezTo>
                    <a:pt x="562610" y="1195070"/>
                    <a:pt x="549910" y="1181100"/>
                    <a:pt x="537210" y="1164590"/>
                  </a:cubicBezTo>
                  <a:cubicBezTo>
                    <a:pt x="516890" y="1139190"/>
                    <a:pt x="501650" y="1102360"/>
                    <a:pt x="480060" y="1057910"/>
                  </a:cubicBezTo>
                  <a:cubicBezTo>
                    <a:pt x="447040" y="990600"/>
                    <a:pt x="401320" y="895350"/>
                    <a:pt x="364490" y="796290"/>
                  </a:cubicBezTo>
                  <a:cubicBezTo>
                    <a:pt x="320040" y="674370"/>
                    <a:pt x="270510" y="459740"/>
                    <a:pt x="238760" y="373380"/>
                  </a:cubicBezTo>
                  <a:cubicBezTo>
                    <a:pt x="223520" y="334010"/>
                    <a:pt x="205740" y="312420"/>
                    <a:pt x="200660" y="289560"/>
                  </a:cubicBezTo>
                  <a:cubicBezTo>
                    <a:pt x="198120" y="274320"/>
                    <a:pt x="196850" y="264160"/>
                    <a:pt x="200660" y="252730"/>
                  </a:cubicBezTo>
                  <a:cubicBezTo>
                    <a:pt x="205740" y="237490"/>
                    <a:pt x="217170" y="215900"/>
                    <a:pt x="232410" y="207010"/>
                  </a:cubicBezTo>
                  <a:cubicBezTo>
                    <a:pt x="250190" y="196850"/>
                    <a:pt x="284480" y="191770"/>
                    <a:pt x="303530" y="199390"/>
                  </a:cubicBezTo>
                  <a:cubicBezTo>
                    <a:pt x="323850" y="207010"/>
                    <a:pt x="347980" y="232410"/>
                    <a:pt x="350520" y="254000"/>
                  </a:cubicBezTo>
                  <a:cubicBezTo>
                    <a:pt x="353060" y="276860"/>
                    <a:pt x="317500" y="303530"/>
                    <a:pt x="312420" y="331470"/>
                  </a:cubicBezTo>
                  <a:cubicBezTo>
                    <a:pt x="308610" y="359410"/>
                    <a:pt x="325120" y="384810"/>
                    <a:pt x="323850" y="419100"/>
                  </a:cubicBezTo>
                  <a:cubicBezTo>
                    <a:pt x="322580" y="469900"/>
                    <a:pt x="299720" y="541020"/>
                    <a:pt x="292100" y="603250"/>
                  </a:cubicBezTo>
                  <a:cubicBezTo>
                    <a:pt x="284480" y="666750"/>
                    <a:pt x="283210" y="716280"/>
                    <a:pt x="280670" y="798830"/>
                  </a:cubicBezTo>
                  <a:cubicBezTo>
                    <a:pt x="275590" y="938530"/>
                    <a:pt x="270510" y="1221740"/>
                    <a:pt x="276860" y="1361440"/>
                  </a:cubicBezTo>
                  <a:cubicBezTo>
                    <a:pt x="280670" y="1443990"/>
                    <a:pt x="311150" y="1516380"/>
                    <a:pt x="298450" y="1559560"/>
                  </a:cubicBezTo>
                  <a:cubicBezTo>
                    <a:pt x="290830" y="1586230"/>
                    <a:pt x="271780" y="1605280"/>
                    <a:pt x="254000" y="1614170"/>
                  </a:cubicBezTo>
                  <a:cubicBezTo>
                    <a:pt x="237490" y="1621790"/>
                    <a:pt x="214630" y="1619250"/>
                    <a:pt x="199390" y="1615440"/>
                  </a:cubicBezTo>
                  <a:cubicBezTo>
                    <a:pt x="187960" y="1611630"/>
                    <a:pt x="177800" y="1605280"/>
                    <a:pt x="168910" y="1596390"/>
                  </a:cubicBezTo>
                  <a:cubicBezTo>
                    <a:pt x="160020" y="1583690"/>
                    <a:pt x="153670" y="1570990"/>
                    <a:pt x="148590" y="1546860"/>
                  </a:cubicBezTo>
                  <a:cubicBezTo>
                    <a:pt x="137160" y="1487170"/>
                    <a:pt x="154940" y="1338580"/>
                    <a:pt x="149860" y="1231900"/>
                  </a:cubicBezTo>
                  <a:cubicBezTo>
                    <a:pt x="144780" y="1123950"/>
                    <a:pt x="134620" y="1037590"/>
                    <a:pt x="118110" y="904240"/>
                  </a:cubicBezTo>
                  <a:cubicBezTo>
                    <a:pt x="95250" y="695960"/>
                    <a:pt x="6350" y="213360"/>
                    <a:pt x="10160" y="105410"/>
                  </a:cubicBezTo>
                  <a:cubicBezTo>
                    <a:pt x="11430" y="77470"/>
                    <a:pt x="12700" y="67310"/>
                    <a:pt x="21590" y="53340"/>
                  </a:cubicBezTo>
                  <a:cubicBezTo>
                    <a:pt x="31750" y="39370"/>
                    <a:pt x="49530" y="26670"/>
                    <a:pt x="66040" y="21590"/>
                  </a:cubicBezTo>
                  <a:cubicBezTo>
                    <a:pt x="81280" y="17780"/>
                    <a:pt x="104140" y="19050"/>
                    <a:pt x="118110" y="27940"/>
                  </a:cubicBezTo>
                  <a:cubicBezTo>
                    <a:pt x="135890" y="36830"/>
                    <a:pt x="147320" y="50800"/>
                    <a:pt x="160020" y="83820"/>
                  </a:cubicBezTo>
                  <a:cubicBezTo>
                    <a:pt x="209550" y="213360"/>
                    <a:pt x="265430" y="974090"/>
                    <a:pt x="276860" y="1121410"/>
                  </a:cubicBezTo>
                  <a:cubicBezTo>
                    <a:pt x="280670" y="1160780"/>
                    <a:pt x="284480" y="1177290"/>
                    <a:pt x="280670" y="1196340"/>
                  </a:cubicBezTo>
                  <a:cubicBezTo>
                    <a:pt x="278130" y="1210310"/>
                    <a:pt x="274320" y="1220470"/>
                    <a:pt x="265430" y="1230630"/>
                  </a:cubicBezTo>
                  <a:cubicBezTo>
                    <a:pt x="255270" y="1243330"/>
                    <a:pt x="236220" y="1257300"/>
                    <a:pt x="218440" y="1259840"/>
                  </a:cubicBezTo>
                  <a:cubicBezTo>
                    <a:pt x="201930" y="1263650"/>
                    <a:pt x="179070" y="1261110"/>
                    <a:pt x="163830" y="1250950"/>
                  </a:cubicBezTo>
                  <a:cubicBezTo>
                    <a:pt x="147320" y="1239520"/>
                    <a:pt x="132080" y="1214120"/>
                    <a:pt x="125730" y="1188720"/>
                  </a:cubicBezTo>
                  <a:cubicBezTo>
                    <a:pt x="118110" y="1159510"/>
                    <a:pt x="119380" y="1112520"/>
                    <a:pt x="133350" y="1080770"/>
                  </a:cubicBezTo>
                  <a:cubicBezTo>
                    <a:pt x="146050" y="1050290"/>
                    <a:pt x="175260" y="1018540"/>
                    <a:pt x="205740" y="1002030"/>
                  </a:cubicBezTo>
                  <a:cubicBezTo>
                    <a:pt x="234950" y="985520"/>
                    <a:pt x="260350" y="986790"/>
                    <a:pt x="311150" y="981710"/>
                  </a:cubicBezTo>
                  <a:cubicBezTo>
                    <a:pt x="434340" y="970280"/>
                    <a:pt x="806450" y="974090"/>
                    <a:pt x="955040" y="981710"/>
                  </a:cubicBezTo>
                  <a:cubicBezTo>
                    <a:pt x="1033780" y="985520"/>
                    <a:pt x="1059180" y="989330"/>
                    <a:pt x="1134110" y="999490"/>
                  </a:cubicBezTo>
                  <a:cubicBezTo>
                    <a:pt x="1264920" y="1018540"/>
                    <a:pt x="1653540" y="1131570"/>
                    <a:pt x="1668780" y="1096010"/>
                  </a:cubicBezTo>
                  <a:cubicBezTo>
                    <a:pt x="1681480" y="1065530"/>
                    <a:pt x="1445260" y="919480"/>
                    <a:pt x="1348740" y="857250"/>
                  </a:cubicBezTo>
                  <a:cubicBezTo>
                    <a:pt x="1275080" y="810260"/>
                    <a:pt x="1210310" y="772160"/>
                    <a:pt x="1144270" y="744220"/>
                  </a:cubicBezTo>
                  <a:cubicBezTo>
                    <a:pt x="1088390" y="721360"/>
                    <a:pt x="1026160" y="706120"/>
                    <a:pt x="977900" y="699770"/>
                  </a:cubicBezTo>
                  <a:cubicBezTo>
                    <a:pt x="943610" y="694690"/>
                    <a:pt x="901700" y="680720"/>
                    <a:pt x="886460" y="699770"/>
                  </a:cubicBezTo>
                  <a:cubicBezTo>
                    <a:pt x="857250" y="732790"/>
                    <a:pt x="943610" y="909320"/>
                    <a:pt x="933450" y="979170"/>
                  </a:cubicBezTo>
                  <a:cubicBezTo>
                    <a:pt x="927100" y="1023620"/>
                    <a:pt x="915670" y="1060450"/>
                    <a:pt x="885190" y="1083310"/>
                  </a:cubicBezTo>
                  <a:cubicBezTo>
                    <a:pt x="844550" y="1112520"/>
                    <a:pt x="751840" y="1107440"/>
                    <a:pt x="685800" y="1104900"/>
                  </a:cubicBezTo>
                  <a:cubicBezTo>
                    <a:pt x="621030" y="1103630"/>
                    <a:pt x="547370" y="1102360"/>
                    <a:pt x="494030" y="1073150"/>
                  </a:cubicBezTo>
                  <a:cubicBezTo>
                    <a:pt x="441960" y="1042670"/>
                    <a:pt x="365760" y="962660"/>
                    <a:pt x="367030" y="923290"/>
                  </a:cubicBezTo>
                  <a:cubicBezTo>
                    <a:pt x="369570" y="895350"/>
                    <a:pt x="396240" y="872490"/>
                    <a:pt x="440690" y="855980"/>
                  </a:cubicBezTo>
                  <a:cubicBezTo>
                    <a:pt x="581660" y="800100"/>
                    <a:pt x="1350010" y="834390"/>
                    <a:pt x="1474470" y="854710"/>
                  </a:cubicBezTo>
                  <a:cubicBezTo>
                    <a:pt x="1502410" y="859790"/>
                    <a:pt x="1512570" y="859790"/>
                    <a:pt x="1525270" y="872490"/>
                  </a:cubicBezTo>
                  <a:cubicBezTo>
                    <a:pt x="1541780" y="886460"/>
                    <a:pt x="1559560" y="920750"/>
                    <a:pt x="1558290" y="943610"/>
                  </a:cubicBezTo>
                  <a:cubicBezTo>
                    <a:pt x="1557020" y="966470"/>
                    <a:pt x="1535430" y="998220"/>
                    <a:pt x="1517650" y="1010920"/>
                  </a:cubicBezTo>
                  <a:cubicBezTo>
                    <a:pt x="1503680" y="1022350"/>
                    <a:pt x="1482090" y="1024890"/>
                    <a:pt x="1465580" y="1022350"/>
                  </a:cubicBezTo>
                  <a:cubicBezTo>
                    <a:pt x="1449070" y="1021080"/>
                    <a:pt x="1428750" y="1013460"/>
                    <a:pt x="1416050" y="1000760"/>
                  </a:cubicBezTo>
                  <a:cubicBezTo>
                    <a:pt x="1402080" y="984250"/>
                    <a:pt x="1389380" y="947420"/>
                    <a:pt x="1391920" y="925830"/>
                  </a:cubicBezTo>
                  <a:cubicBezTo>
                    <a:pt x="1393190" y="908050"/>
                    <a:pt x="1402080" y="889000"/>
                    <a:pt x="1416050" y="877570"/>
                  </a:cubicBezTo>
                  <a:cubicBezTo>
                    <a:pt x="1433830" y="864870"/>
                    <a:pt x="1469390" y="852170"/>
                    <a:pt x="1492250" y="857250"/>
                  </a:cubicBezTo>
                  <a:cubicBezTo>
                    <a:pt x="1515110" y="862330"/>
                    <a:pt x="1544320" y="886460"/>
                    <a:pt x="1553210" y="908050"/>
                  </a:cubicBezTo>
                  <a:cubicBezTo>
                    <a:pt x="1560830" y="929640"/>
                    <a:pt x="1557020" y="967740"/>
                    <a:pt x="1544320" y="986790"/>
                  </a:cubicBezTo>
                  <a:cubicBezTo>
                    <a:pt x="1531620" y="1005840"/>
                    <a:pt x="1512570" y="1013460"/>
                    <a:pt x="1474470" y="1023620"/>
                  </a:cubicBezTo>
                  <a:cubicBezTo>
                    <a:pt x="1346200" y="1055370"/>
                    <a:pt x="732790" y="1045210"/>
                    <a:pt x="589280" y="1026160"/>
                  </a:cubicBezTo>
                  <a:cubicBezTo>
                    <a:pt x="543560" y="1019810"/>
                    <a:pt x="509270" y="1021080"/>
                    <a:pt x="499110" y="1000760"/>
                  </a:cubicBezTo>
                  <a:cubicBezTo>
                    <a:pt x="486410" y="980440"/>
                    <a:pt x="502920" y="916940"/>
                    <a:pt x="525780" y="901700"/>
                  </a:cubicBezTo>
                  <a:cubicBezTo>
                    <a:pt x="556260" y="883920"/>
                    <a:pt x="642620" y="919480"/>
                    <a:pt x="684530" y="934720"/>
                  </a:cubicBezTo>
                  <a:cubicBezTo>
                    <a:pt x="716280" y="944880"/>
                    <a:pt x="750570" y="981710"/>
                    <a:pt x="763270" y="972820"/>
                  </a:cubicBezTo>
                  <a:cubicBezTo>
                    <a:pt x="781050" y="958850"/>
                    <a:pt x="730250" y="848360"/>
                    <a:pt x="725170" y="788670"/>
                  </a:cubicBezTo>
                  <a:cubicBezTo>
                    <a:pt x="720090" y="732790"/>
                    <a:pt x="713740" y="669290"/>
                    <a:pt x="730250" y="627380"/>
                  </a:cubicBezTo>
                  <a:cubicBezTo>
                    <a:pt x="742950" y="593090"/>
                    <a:pt x="769620" y="561340"/>
                    <a:pt x="797560" y="546100"/>
                  </a:cubicBezTo>
                  <a:cubicBezTo>
                    <a:pt x="822960" y="532130"/>
                    <a:pt x="852170" y="534670"/>
                    <a:pt x="886460" y="533400"/>
                  </a:cubicBezTo>
                  <a:cubicBezTo>
                    <a:pt x="935990" y="533400"/>
                    <a:pt x="1000760" y="534670"/>
                    <a:pt x="1068070" y="552450"/>
                  </a:cubicBezTo>
                  <a:cubicBezTo>
                    <a:pt x="1158240" y="577850"/>
                    <a:pt x="1278890" y="638810"/>
                    <a:pt x="1376680" y="693420"/>
                  </a:cubicBezTo>
                  <a:cubicBezTo>
                    <a:pt x="1473200" y="748030"/>
                    <a:pt x="1574800" y="819150"/>
                    <a:pt x="1651000" y="878840"/>
                  </a:cubicBezTo>
                  <a:cubicBezTo>
                    <a:pt x="1710690" y="927100"/>
                    <a:pt x="1769110" y="969010"/>
                    <a:pt x="1803400" y="1019810"/>
                  </a:cubicBezTo>
                  <a:cubicBezTo>
                    <a:pt x="1831340" y="1060450"/>
                    <a:pt x="1859280" y="1109980"/>
                    <a:pt x="1855470" y="1149350"/>
                  </a:cubicBezTo>
                  <a:cubicBezTo>
                    <a:pt x="1851660" y="1186180"/>
                    <a:pt x="1817370" y="1231900"/>
                    <a:pt x="1788160" y="1249680"/>
                  </a:cubicBezTo>
                  <a:cubicBezTo>
                    <a:pt x="1761490" y="1264920"/>
                    <a:pt x="1736090" y="1261110"/>
                    <a:pt x="1691640" y="1259840"/>
                  </a:cubicBezTo>
                  <a:cubicBezTo>
                    <a:pt x="1581150" y="1254760"/>
                    <a:pt x="1258570" y="1172210"/>
                    <a:pt x="1125220" y="1153160"/>
                  </a:cubicBezTo>
                  <a:cubicBezTo>
                    <a:pt x="1051560" y="1144270"/>
                    <a:pt x="1028700" y="1141730"/>
                    <a:pt x="955040" y="1139190"/>
                  </a:cubicBezTo>
                  <a:cubicBezTo>
                    <a:pt x="816610" y="1132840"/>
                    <a:pt x="463550" y="1118870"/>
                    <a:pt x="359410" y="1141730"/>
                  </a:cubicBezTo>
                  <a:cubicBezTo>
                    <a:pt x="320040" y="1150620"/>
                    <a:pt x="293370" y="1162050"/>
                    <a:pt x="281940" y="1177290"/>
                  </a:cubicBezTo>
                  <a:cubicBezTo>
                    <a:pt x="273050" y="1188720"/>
                    <a:pt x="281940" y="1202690"/>
                    <a:pt x="275590" y="1214120"/>
                  </a:cubicBezTo>
                  <a:cubicBezTo>
                    <a:pt x="267970" y="1229360"/>
                    <a:pt x="254000" y="1248410"/>
                    <a:pt x="236220" y="1254760"/>
                  </a:cubicBezTo>
                  <a:cubicBezTo>
                    <a:pt x="217170" y="1262380"/>
                    <a:pt x="182880" y="1261110"/>
                    <a:pt x="163830" y="1250950"/>
                  </a:cubicBezTo>
                  <a:cubicBezTo>
                    <a:pt x="146050" y="1239520"/>
                    <a:pt x="135890" y="1220470"/>
                    <a:pt x="125730" y="1188720"/>
                  </a:cubicBezTo>
                  <a:cubicBezTo>
                    <a:pt x="102870" y="1117600"/>
                    <a:pt x="114300" y="942340"/>
                    <a:pt x="99060" y="802640"/>
                  </a:cubicBezTo>
                  <a:cubicBezTo>
                    <a:pt x="81280" y="638810"/>
                    <a:pt x="31750" y="400050"/>
                    <a:pt x="20320" y="264160"/>
                  </a:cubicBezTo>
                  <a:cubicBezTo>
                    <a:pt x="12700" y="184150"/>
                    <a:pt x="0" y="109220"/>
                    <a:pt x="13970" y="69850"/>
                  </a:cubicBezTo>
                  <a:cubicBezTo>
                    <a:pt x="21590" y="49530"/>
                    <a:pt x="34290" y="36830"/>
                    <a:pt x="48260" y="29210"/>
                  </a:cubicBezTo>
                  <a:cubicBezTo>
                    <a:pt x="63500" y="20320"/>
                    <a:pt x="85090" y="17780"/>
                    <a:pt x="101600" y="21590"/>
                  </a:cubicBezTo>
                  <a:cubicBezTo>
                    <a:pt x="118110" y="25400"/>
                    <a:pt x="135890" y="39370"/>
                    <a:pt x="146050" y="50800"/>
                  </a:cubicBezTo>
                  <a:cubicBezTo>
                    <a:pt x="153670" y="60960"/>
                    <a:pt x="154940" y="71120"/>
                    <a:pt x="160020" y="83820"/>
                  </a:cubicBezTo>
                  <a:cubicBezTo>
                    <a:pt x="166370" y="102870"/>
                    <a:pt x="172720" y="125730"/>
                    <a:pt x="177800" y="156210"/>
                  </a:cubicBezTo>
                  <a:cubicBezTo>
                    <a:pt x="184150" y="208280"/>
                    <a:pt x="176530" y="271780"/>
                    <a:pt x="184150" y="365760"/>
                  </a:cubicBezTo>
                  <a:cubicBezTo>
                    <a:pt x="199390" y="556260"/>
                    <a:pt x="287020" y="1008380"/>
                    <a:pt x="299720" y="1231900"/>
                  </a:cubicBezTo>
                  <a:cubicBezTo>
                    <a:pt x="307340" y="1372870"/>
                    <a:pt x="321310" y="1520190"/>
                    <a:pt x="292100" y="1577340"/>
                  </a:cubicBezTo>
                  <a:cubicBezTo>
                    <a:pt x="279400" y="1602740"/>
                    <a:pt x="256540" y="1615440"/>
                    <a:pt x="236220" y="1619250"/>
                  </a:cubicBezTo>
                  <a:cubicBezTo>
                    <a:pt x="215900" y="1621790"/>
                    <a:pt x="184150" y="1609090"/>
                    <a:pt x="168910" y="1596390"/>
                  </a:cubicBezTo>
                  <a:cubicBezTo>
                    <a:pt x="156210" y="1583690"/>
                    <a:pt x="146050" y="1548130"/>
                    <a:pt x="148590" y="1546860"/>
                  </a:cubicBezTo>
                  <a:cubicBezTo>
                    <a:pt x="153670" y="1543050"/>
                    <a:pt x="212090" y="1616710"/>
                    <a:pt x="215900" y="1614170"/>
                  </a:cubicBezTo>
                  <a:cubicBezTo>
                    <a:pt x="220980" y="1610360"/>
                    <a:pt x="161290" y="1529080"/>
                    <a:pt x="147320" y="1485900"/>
                  </a:cubicBezTo>
                  <a:cubicBezTo>
                    <a:pt x="134620" y="1445260"/>
                    <a:pt x="135890" y="1419860"/>
                    <a:pt x="132080" y="1361440"/>
                  </a:cubicBezTo>
                  <a:cubicBezTo>
                    <a:pt x="124460" y="1225550"/>
                    <a:pt x="123190" y="854710"/>
                    <a:pt x="134620" y="680720"/>
                  </a:cubicBezTo>
                  <a:cubicBezTo>
                    <a:pt x="142240" y="570230"/>
                    <a:pt x="154940" y="495300"/>
                    <a:pt x="170180" y="412750"/>
                  </a:cubicBezTo>
                  <a:cubicBezTo>
                    <a:pt x="182880" y="342900"/>
                    <a:pt x="189230" y="252730"/>
                    <a:pt x="218440" y="219710"/>
                  </a:cubicBezTo>
                  <a:cubicBezTo>
                    <a:pt x="236220" y="199390"/>
                    <a:pt x="264160" y="191770"/>
                    <a:pt x="285750" y="194310"/>
                  </a:cubicBezTo>
                  <a:cubicBezTo>
                    <a:pt x="306070" y="198120"/>
                    <a:pt x="325120" y="209550"/>
                    <a:pt x="344170" y="236220"/>
                  </a:cubicBezTo>
                  <a:cubicBezTo>
                    <a:pt x="397510" y="308610"/>
                    <a:pt x="444500" y="585470"/>
                    <a:pt x="505460" y="737870"/>
                  </a:cubicBezTo>
                  <a:cubicBezTo>
                    <a:pt x="558800" y="871220"/>
                    <a:pt x="666750" y="1042670"/>
                    <a:pt x="681990" y="1103630"/>
                  </a:cubicBezTo>
                  <a:cubicBezTo>
                    <a:pt x="687070" y="1121410"/>
                    <a:pt x="688340" y="1127760"/>
                    <a:pt x="683260" y="1141730"/>
                  </a:cubicBezTo>
                  <a:cubicBezTo>
                    <a:pt x="676910" y="1159510"/>
                    <a:pt x="655320" y="1188720"/>
                    <a:pt x="636270" y="1198880"/>
                  </a:cubicBezTo>
                  <a:cubicBezTo>
                    <a:pt x="619760" y="1206500"/>
                    <a:pt x="595630" y="1205230"/>
                    <a:pt x="580390" y="1200150"/>
                  </a:cubicBezTo>
                  <a:cubicBezTo>
                    <a:pt x="567690" y="1196340"/>
                    <a:pt x="560070" y="1193800"/>
                    <a:pt x="548640" y="1179830"/>
                  </a:cubicBezTo>
                  <a:cubicBezTo>
                    <a:pt x="506730" y="1130300"/>
                    <a:pt x="421640" y="882650"/>
                    <a:pt x="378460" y="763270"/>
                  </a:cubicBezTo>
                  <a:cubicBezTo>
                    <a:pt x="345440" y="674370"/>
                    <a:pt x="316230" y="596900"/>
                    <a:pt x="300990" y="527050"/>
                  </a:cubicBezTo>
                  <a:cubicBezTo>
                    <a:pt x="289560" y="474980"/>
                    <a:pt x="283210" y="427990"/>
                    <a:pt x="284480" y="386080"/>
                  </a:cubicBezTo>
                  <a:cubicBezTo>
                    <a:pt x="284480" y="351790"/>
                    <a:pt x="298450" y="322580"/>
                    <a:pt x="299720" y="294640"/>
                  </a:cubicBezTo>
                  <a:cubicBezTo>
                    <a:pt x="299720" y="269240"/>
                    <a:pt x="287020" y="242570"/>
                    <a:pt x="292100" y="226060"/>
                  </a:cubicBezTo>
                  <a:cubicBezTo>
                    <a:pt x="295910" y="213360"/>
                    <a:pt x="302260" y="204470"/>
                    <a:pt x="312420" y="196850"/>
                  </a:cubicBezTo>
                  <a:cubicBezTo>
                    <a:pt x="325120" y="186690"/>
                    <a:pt x="345440" y="176530"/>
                    <a:pt x="361950" y="177800"/>
                  </a:cubicBezTo>
                  <a:cubicBezTo>
                    <a:pt x="382270" y="180340"/>
                    <a:pt x="401320" y="190500"/>
                    <a:pt x="422910" y="210820"/>
                  </a:cubicBezTo>
                  <a:cubicBezTo>
                    <a:pt x="468630" y="256540"/>
                    <a:pt x="548640" y="415290"/>
                    <a:pt x="579120" y="481330"/>
                  </a:cubicBezTo>
                  <a:cubicBezTo>
                    <a:pt x="595630" y="515620"/>
                    <a:pt x="593090" y="530860"/>
                    <a:pt x="608330" y="563880"/>
                  </a:cubicBezTo>
                  <a:cubicBezTo>
                    <a:pt x="633730" y="617220"/>
                    <a:pt x="687070" y="685800"/>
                    <a:pt x="725170" y="764540"/>
                  </a:cubicBezTo>
                  <a:cubicBezTo>
                    <a:pt x="777240" y="867410"/>
                    <a:pt x="845820" y="1045210"/>
                    <a:pt x="880110" y="1134110"/>
                  </a:cubicBezTo>
                  <a:cubicBezTo>
                    <a:pt x="899160" y="1183640"/>
                    <a:pt x="916940" y="1221740"/>
                    <a:pt x="920750" y="1249680"/>
                  </a:cubicBezTo>
                  <a:cubicBezTo>
                    <a:pt x="923290" y="1264920"/>
                    <a:pt x="923290" y="1275080"/>
                    <a:pt x="919480" y="1286510"/>
                  </a:cubicBezTo>
                  <a:cubicBezTo>
                    <a:pt x="913130" y="1301750"/>
                    <a:pt x="900430" y="1320800"/>
                    <a:pt x="886460" y="1329690"/>
                  </a:cubicBezTo>
                  <a:cubicBezTo>
                    <a:pt x="871220" y="1338580"/>
                    <a:pt x="849630" y="1343660"/>
                    <a:pt x="833120" y="1339850"/>
                  </a:cubicBezTo>
                  <a:cubicBezTo>
                    <a:pt x="815340" y="1337310"/>
                    <a:pt x="797560" y="1327150"/>
                    <a:pt x="786130" y="1313180"/>
                  </a:cubicBezTo>
                  <a:cubicBezTo>
                    <a:pt x="769620" y="1292860"/>
                    <a:pt x="763270" y="1261110"/>
                    <a:pt x="753110" y="1220470"/>
                  </a:cubicBezTo>
                  <a:cubicBezTo>
                    <a:pt x="735330" y="1149350"/>
                    <a:pt x="718820" y="990600"/>
                    <a:pt x="708660" y="915670"/>
                  </a:cubicBezTo>
                  <a:cubicBezTo>
                    <a:pt x="702310" y="871220"/>
                    <a:pt x="698500" y="857250"/>
                    <a:pt x="695960" y="808990"/>
                  </a:cubicBezTo>
                  <a:cubicBezTo>
                    <a:pt x="690880" y="711200"/>
                    <a:pt x="690880" y="466090"/>
                    <a:pt x="698500" y="363220"/>
                  </a:cubicBezTo>
                  <a:cubicBezTo>
                    <a:pt x="702310" y="309880"/>
                    <a:pt x="693420" y="266700"/>
                    <a:pt x="715010" y="240030"/>
                  </a:cubicBezTo>
                  <a:cubicBezTo>
                    <a:pt x="736600" y="214630"/>
                    <a:pt x="793750" y="193040"/>
                    <a:pt x="822960" y="203200"/>
                  </a:cubicBezTo>
                  <a:cubicBezTo>
                    <a:pt x="852170" y="213360"/>
                    <a:pt x="863600" y="251460"/>
                    <a:pt x="890270" y="308610"/>
                  </a:cubicBezTo>
                  <a:cubicBezTo>
                    <a:pt x="976630" y="497840"/>
                    <a:pt x="1268730" y="1460500"/>
                    <a:pt x="1262380" y="1597660"/>
                  </a:cubicBezTo>
                  <a:cubicBezTo>
                    <a:pt x="1262380" y="1624330"/>
                    <a:pt x="1257300" y="1633220"/>
                    <a:pt x="1244600" y="1644650"/>
                  </a:cubicBezTo>
                  <a:cubicBezTo>
                    <a:pt x="1231900" y="1658620"/>
                    <a:pt x="1202690" y="1668780"/>
                    <a:pt x="1183640" y="1667510"/>
                  </a:cubicBezTo>
                  <a:cubicBezTo>
                    <a:pt x="1167130" y="1667510"/>
                    <a:pt x="1149350" y="1654810"/>
                    <a:pt x="1139190" y="1644650"/>
                  </a:cubicBezTo>
                  <a:cubicBezTo>
                    <a:pt x="1130300" y="1637030"/>
                    <a:pt x="1127760" y="1631950"/>
                    <a:pt x="1123950" y="1615440"/>
                  </a:cubicBezTo>
                  <a:cubicBezTo>
                    <a:pt x="1102360" y="1527810"/>
                    <a:pt x="1118870" y="1022350"/>
                    <a:pt x="1126490" y="786130"/>
                  </a:cubicBezTo>
                  <a:cubicBezTo>
                    <a:pt x="1131570" y="612140"/>
                    <a:pt x="1131570" y="434340"/>
                    <a:pt x="1153160" y="330200"/>
                  </a:cubicBezTo>
                  <a:cubicBezTo>
                    <a:pt x="1164590" y="274320"/>
                    <a:pt x="1173480" y="228600"/>
                    <a:pt x="1197610" y="203200"/>
                  </a:cubicBezTo>
                  <a:cubicBezTo>
                    <a:pt x="1214120" y="186690"/>
                    <a:pt x="1243330" y="179070"/>
                    <a:pt x="1261110" y="179070"/>
                  </a:cubicBezTo>
                  <a:cubicBezTo>
                    <a:pt x="1273810" y="179070"/>
                    <a:pt x="1283970" y="184150"/>
                    <a:pt x="1294130" y="191770"/>
                  </a:cubicBezTo>
                  <a:cubicBezTo>
                    <a:pt x="1305560" y="200660"/>
                    <a:pt x="1316990" y="210820"/>
                    <a:pt x="1324610" y="233680"/>
                  </a:cubicBezTo>
                  <a:cubicBezTo>
                    <a:pt x="1342390" y="289560"/>
                    <a:pt x="1324610" y="461010"/>
                    <a:pt x="1332230" y="557530"/>
                  </a:cubicBezTo>
                  <a:cubicBezTo>
                    <a:pt x="1338580" y="637540"/>
                    <a:pt x="1348740" y="702310"/>
                    <a:pt x="1361440" y="777240"/>
                  </a:cubicBezTo>
                  <a:cubicBezTo>
                    <a:pt x="1374140" y="854710"/>
                    <a:pt x="1385570" y="919480"/>
                    <a:pt x="1408430" y="1013460"/>
                  </a:cubicBezTo>
                  <a:cubicBezTo>
                    <a:pt x="1442720" y="1158240"/>
                    <a:pt x="1567180" y="1488440"/>
                    <a:pt x="1559560" y="1558290"/>
                  </a:cubicBezTo>
                  <a:cubicBezTo>
                    <a:pt x="1558290" y="1576070"/>
                    <a:pt x="1551940" y="1581150"/>
                    <a:pt x="1543050" y="1590040"/>
                  </a:cubicBezTo>
                  <a:cubicBezTo>
                    <a:pt x="1532890" y="1601470"/>
                    <a:pt x="1513840" y="1614170"/>
                    <a:pt x="1496060" y="1615440"/>
                  </a:cubicBezTo>
                  <a:cubicBezTo>
                    <a:pt x="1475740" y="1616710"/>
                    <a:pt x="1443990" y="1606550"/>
                    <a:pt x="1430020" y="1590040"/>
                  </a:cubicBezTo>
                  <a:cubicBezTo>
                    <a:pt x="1417320" y="1574800"/>
                    <a:pt x="1410970" y="1548130"/>
                    <a:pt x="1413510" y="1522730"/>
                  </a:cubicBezTo>
                  <a:cubicBezTo>
                    <a:pt x="1416050" y="1485900"/>
                    <a:pt x="1450340" y="1451610"/>
                    <a:pt x="1470660" y="1390650"/>
                  </a:cubicBezTo>
                  <a:cubicBezTo>
                    <a:pt x="1511300" y="1267460"/>
                    <a:pt x="1555750" y="980440"/>
                    <a:pt x="1600200" y="812800"/>
                  </a:cubicBezTo>
                  <a:cubicBezTo>
                    <a:pt x="1634490" y="683260"/>
                    <a:pt x="1652270" y="533400"/>
                    <a:pt x="1705610" y="471170"/>
                  </a:cubicBezTo>
                  <a:cubicBezTo>
                    <a:pt x="1736090" y="434340"/>
                    <a:pt x="1783080" y="407670"/>
                    <a:pt x="1817370" y="412750"/>
                  </a:cubicBezTo>
                  <a:cubicBezTo>
                    <a:pt x="1854200" y="420370"/>
                    <a:pt x="1893570" y="476250"/>
                    <a:pt x="1917700" y="520700"/>
                  </a:cubicBezTo>
                  <a:cubicBezTo>
                    <a:pt x="1944370" y="570230"/>
                    <a:pt x="1951990" y="628650"/>
                    <a:pt x="1960880" y="701040"/>
                  </a:cubicBezTo>
                  <a:cubicBezTo>
                    <a:pt x="1973580" y="803910"/>
                    <a:pt x="1973580" y="966470"/>
                    <a:pt x="1968500" y="1084580"/>
                  </a:cubicBezTo>
                  <a:cubicBezTo>
                    <a:pt x="1963420" y="1186180"/>
                    <a:pt x="1954530" y="1314450"/>
                    <a:pt x="1936750" y="1366520"/>
                  </a:cubicBezTo>
                  <a:cubicBezTo>
                    <a:pt x="1929130" y="1388110"/>
                    <a:pt x="1924050" y="1400810"/>
                    <a:pt x="1911350" y="1409700"/>
                  </a:cubicBezTo>
                  <a:cubicBezTo>
                    <a:pt x="1898650" y="1419860"/>
                    <a:pt x="1878330" y="1426210"/>
                    <a:pt x="1861820" y="1426210"/>
                  </a:cubicBezTo>
                  <a:cubicBezTo>
                    <a:pt x="1846580" y="1424940"/>
                    <a:pt x="1831340" y="1419860"/>
                    <a:pt x="1816100" y="1404620"/>
                  </a:cubicBezTo>
                  <a:cubicBezTo>
                    <a:pt x="1786890" y="1376680"/>
                    <a:pt x="1761490" y="1311910"/>
                    <a:pt x="1734820" y="1233170"/>
                  </a:cubicBezTo>
                  <a:cubicBezTo>
                    <a:pt x="1682750" y="1083310"/>
                    <a:pt x="1604010" y="739140"/>
                    <a:pt x="1577340" y="548640"/>
                  </a:cubicBezTo>
                  <a:cubicBezTo>
                    <a:pt x="1559560" y="415290"/>
                    <a:pt x="1562100" y="293370"/>
                    <a:pt x="1562100" y="203200"/>
                  </a:cubicBezTo>
                  <a:cubicBezTo>
                    <a:pt x="1562100" y="146050"/>
                    <a:pt x="1560830" y="91440"/>
                    <a:pt x="1568450" y="62230"/>
                  </a:cubicBezTo>
                  <a:cubicBezTo>
                    <a:pt x="1572260" y="46990"/>
                    <a:pt x="1576070" y="39370"/>
                    <a:pt x="1583690" y="30480"/>
                  </a:cubicBezTo>
                  <a:cubicBezTo>
                    <a:pt x="1590040" y="21590"/>
                    <a:pt x="1600200" y="13970"/>
                    <a:pt x="1611630" y="8890"/>
                  </a:cubicBezTo>
                  <a:cubicBezTo>
                    <a:pt x="1625600" y="3810"/>
                    <a:pt x="1647190" y="0"/>
                    <a:pt x="1662430" y="6350"/>
                  </a:cubicBezTo>
                  <a:cubicBezTo>
                    <a:pt x="1681480" y="13970"/>
                    <a:pt x="1696720" y="29210"/>
                    <a:pt x="1710690" y="55880"/>
                  </a:cubicBezTo>
                  <a:cubicBezTo>
                    <a:pt x="1741170" y="115570"/>
                    <a:pt x="1747520" y="311150"/>
                    <a:pt x="1765300" y="393700"/>
                  </a:cubicBezTo>
                  <a:cubicBezTo>
                    <a:pt x="1776730" y="441960"/>
                    <a:pt x="1789430" y="462280"/>
                    <a:pt x="1798320" y="508000"/>
                  </a:cubicBezTo>
                  <a:cubicBezTo>
                    <a:pt x="1811020" y="571500"/>
                    <a:pt x="1813560" y="657860"/>
                    <a:pt x="1828800" y="740410"/>
                  </a:cubicBezTo>
                  <a:cubicBezTo>
                    <a:pt x="1845310" y="834390"/>
                    <a:pt x="1883410" y="963930"/>
                    <a:pt x="1897380" y="1042670"/>
                  </a:cubicBezTo>
                  <a:cubicBezTo>
                    <a:pt x="1907540" y="1092200"/>
                    <a:pt x="1916430" y="1137920"/>
                    <a:pt x="1915160" y="1165860"/>
                  </a:cubicBezTo>
                  <a:cubicBezTo>
                    <a:pt x="1913890" y="1182370"/>
                    <a:pt x="1912620" y="1191260"/>
                    <a:pt x="1905000" y="1201420"/>
                  </a:cubicBezTo>
                  <a:cubicBezTo>
                    <a:pt x="1894840" y="1216660"/>
                    <a:pt x="1866900" y="1239520"/>
                    <a:pt x="1845310" y="1242060"/>
                  </a:cubicBezTo>
                  <a:cubicBezTo>
                    <a:pt x="1823720" y="1243330"/>
                    <a:pt x="1791970" y="1228090"/>
                    <a:pt x="1779270" y="1215390"/>
                  </a:cubicBezTo>
                  <a:cubicBezTo>
                    <a:pt x="1769110" y="1205230"/>
                    <a:pt x="1765300" y="1195070"/>
                    <a:pt x="1762760" y="1182370"/>
                  </a:cubicBezTo>
                  <a:cubicBezTo>
                    <a:pt x="1757680" y="1163320"/>
                    <a:pt x="1760220" y="1146810"/>
                    <a:pt x="1761490" y="1115060"/>
                  </a:cubicBezTo>
                  <a:cubicBezTo>
                    <a:pt x="1766570" y="1038860"/>
                    <a:pt x="1797050" y="833120"/>
                    <a:pt x="1804670" y="722630"/>
                  </a:cubicBezTo>
                  <a:cubicBezTo>
                    <a:pt x="1811020" y="642620"/>
                    <a:pt x="1805940" y="588010"/>
                    <a:pt x="1813560" y="514350"/>
                  </a:cubicBezTo>
                  <a:cubicBezTo>
                    <a:pt x="1821180" y="430530"/>
                    <a:pt x="1832610" y="309880"/>
                    <a:pt x="1851660" y="247650"/>
                  </a:cubicBezTo>
                  <a:cubicBezTo>
                    <a:pt x="1861820" y="212090"/>
                    <a:pt x="1883410" y="190500"/>
                    <a:pt x="1889760" y="165100"/>
                  </a:cubicBezTo>
                  <a:cubicBezTo>
                    <a:pt x="1894840" y="146050"/>
                    <a:pt x="1887220" y="124460"/>
                    <a:pt x="1892300" y="109220"/>
                  </a:cubicBezTo>
                  <a:cubicBezTo>
                    <a:pt x="1896110" y="97790"/>
                    <a:pt x="1902460" y="86360"/>
                    <a:pt x="1913890" y="80010"/>
                  </a:cubicBezTo>
                  <a:cubicBezTo>
                    <a:pt x="1930400" y="68580"/>
                    <a:pt x="1965960" y="59690"/>
                    <a:pt x="1986280" y="64770"/>
                  </a:cubicBezTo>
                  <a:cubicBezTo>
                    <a:pt x="2004060" y="68580"/>
                    <a:pt x="2014220" y="74930"/>
                    <a:pt x="2030730" y="97790"/>
                  </a:cubicBezTo>
                  <a:cubicBezTo>
                    <a:pt x="2089150" y="175260"/>
                    <a:pt x="2264410" y="659130"/>
                    <a:pt x="2259330" y="740410"/>
                  </a:cubicBezTo>
                  <a:cubicBezTo>
                    <a:pt x="2258060" y="759460"/>
                    <a:pt x="2251710" y="765810"/>
                    <a:pt x="2242820" y="774700"/>
                  </a:cubicBezTo>
                  <a:cubicBezTo>
                    <a:pt x="2231390" y="787400"/>
                    <a:pt x="2209800" y="801370"/>
                    <a:pt x="2192020" y="803910"/>
                  </a:cubicBezTo>
                  <a:cubicBezTo>
                    <a:pt x="2174240" y="806450"/>
                    <a:pt x="2150110" y="798830"/>
                    <a:pt x="2134870" y="791210"/>
                  </a:cubicBezTo>
                  <a:cubicBezTo>
                    <a:pt x="2123440" y="783590"/>
                    <a:pt x="2114550" y="775970"/>
                    <a:pt x="2108200" y="762000"/>
                  </a:cubicBezTo>
                  <a:cubicBezTo>
                    <a:pt x="2098040" y="737870"/>
                    <a:pt x="2104390" y="692150"/>
                    <a:pt x="2096770" y="651510"/>
                  </a:cubicBezTo>
                  <a:cubicBezTo>
                    <a:pt x="2087880" y="603250"/>
                    <a:pt x="2073910" y="554990"/>
                    <a:pt x="2052320" y="492760"/>
                  </a:cubicBezTo>
                  <a:cubicBezTo>
                    <a:pt x="2021840" y="403860"/>
                    <a:pt x="1926590" y="234950"/>
                    <a:pt x="1918970" y="172720"/>
                  </a:cubicBezTo>
                  <a:cubicBezTo>
                    <a:pt x="1916430" y="147320"/>
                    <a:pt x="1918970" y="133350"/>
                    <a:pt x="1927860" y="119380"/>
                  </a:cubicBezTo>
                  <a:cubicBezTo>
                    <a:pt x="1939290" y="102870"/>
                    <a:pt x="1968500" y="85090"/>
                    <a:pt x="1987550" y="82550"/>
                  </a:cubicBezTo>
                  <a:cubicBezTo>
                    <a:pt x="2005330" y="80010"/>
                    <a:pt x="2025650" y="83820"/>
                    <a:pt x="2039620" y="96520"/>
                  </a:cubicBezTo>
                  <a:cubicBezTo>
                    <a:pt x="2058670" y="116840"/>
                    <a:pt x="2065020" y="156210"/>
                    <a:pt x="2072640" y="212090"/>
                  </a:cubicBezTo>
                  <a:cubicBezTo>
                    <a:pt x="2091690" y="347980"/>
                    <a:pt x="2073910" y="782320"/>
                    <a:pt x="2065020" y="933450"/>
                  </a:cubicBezTo>
                  <a:cubicBezTo>
                    <a:pt x="2061210" y="1003300"/>
                    <a:pt x="2063750" y="1041400"/>
                    <a:pt x="2049780" y="1085850"/>
                  </a:cubicBezTo>
                  <a:cubicBezTo>
                    <a:pt x="2035810" y="1123950"/>
                    <a:pt x="2016760" y="1181100"/>
                    <a:pt x="1986280" y="1187450"/>
                  </a:cubicBezTo>
                  <a:cubicBezTo>
                    <a:pt x="1949450" y="1196340"/>
                    <a:pt x="1875790" y="1145540"/>
                    <a:pt x="1832610" y="1090930"/>
                  </a:cubicBezTo>
                  <a:cubicBezTo>
                    <a:pt x="1765300" y="1004570"/>
                    <a:pt x="1719580" y="798830"/>
                    <a:pt x="1690370" y="669290"/>
                  </a:cubicBezTo>
                  <a:cubicBezTo>
                    <a:pt x="1667510" y="563880"/>
                    <a:pt x="1659890" y="459740"/>
                    <a:pt x="1656080" y="374650"/>
                  </a:cubicBezTo>
                  <a:cubicBezTo>
                    <a:pt x="1653540" y="309880"/>
                    <a:pt x="1647190" y="245110"/>
                    <a:pt x="1661160" y="204470"/>
                  </a:cubicBezTo>
                  <a:cubicBezTo>
                    <a:pt x="1671320" y="176530"/>
                    <a:pt x="1690370" y="154940"/>
                    <a:pt x="1706880" y="143510"/>
                  </a:cubicBezTo>
                  <a:cubicBezTo>
                    <a:pt x="1719580" y="137160"/>
                    <a:pt x="1732280" y="134620"/>
                    <a:pt x="1746250" y="137160"/>
                  </a:cubicBezTo>
                  <a:cubicBezTo>
                    <a:pt x="1762760" y="138430"/>
                    <a:pt x="1785620" y="148590"/>
                    <a:pt x="1798320" y="160020"/>
                  </a:cubicBezTo>
                  <a:cubicBezTo>
                    <a:pt x="1808480" y="168910"/>
                    <a:pt x="1812290" y="176530"/>
                    <a:pt x="1818640" y="193040"/>
                  </a:cubicBezTo>
                  <a:cubicBezTo>
                    <a:pt x="1833880" y="227330"/>
                    <a:pt x="1850390" y="297180"/>
                    <a:pt x="1858010" y="367030"/>
                  </a:cubicBezTo>
                  <a:cubicBezTo>
                    <a:pt x="1869440" y="471170"/>
                    <a:pt x="1864360" y="670560"/>
                    <a:pt x="1854200" y="759460"/>
                  </a:cubicBezTo>
                  <a:cubicBezTo>
                    <a:pt x="1849120" y="805180"/>
                    <a:pt x="1847850" y="829310"/>
                    <a:pt x="1831340" y="862330"/>
                  </a:cubicBezTo>
                  <a:cubicBezTo>
                    <a:pt x="1813560" y="900430"/>
                    <a:pt x="1783080" y="963930"/>
                    <a:pt x="1747520" y="971550"/>
                  </a:cubicBezTo>
                  <a:cubicBezTo>
                    <a:pt x="1705610" y="980440"/>
                    <a:pt x="1620520" y="924560"/>
                    <a:pt x="1590040" y="889000"/>
                  </a:cubicBezTo>
                  <a:cubicBezTo>
                    <a:pt x="1565910" y="862330"/>
                    <a:pt x="1560830" y="833120"/>
                    <a:pt x="1554480" y="795020"/>
                  </a:cubicBezTo>
                  <a:cubicBezTo>
                    <a:pt x="1544320" y="739140"/>
                    <a:pt x="1550670" y="643890"/>
                    <a:pt x="1555750" y="582930"/>
                  </a:cubicBezTo>
                  <a:cubicBezTo>
                    <a:pt x="1559560" y="537210"/>
                    <a:pt x="1555750" y="496570"/>
                    <a:pt x="1573530" y="463550"/>
                  </a:cubicBezTo>
                  <a:cubicBezTo>
                    <a:pt x="1591310" y="433070"/>
                    <a:pt x="1629410" y="405130"/>
                    <a:pt x="1661160" y="391160"/>
                  </a:cubicBezTo>
                  <a:cubicBezTo>
                    <a:pt x="1690370" y="378460"/>
                    <a:pt x="1733550" y="373380"/>
                    <a:pt x="1758950" y="379730"/>
                  </a:cubicBezTo>
                  <a:cubicBezTo>
                    <a:pt x="1778000" y="386080"/>
                    <a:pt x="1793240" y="401320"/>
                    <a:pt x="1803400" y="414020"/>
                  </a:cubicBezTo>
                  <a:cubicBezTo>
                    <a:pt x="1811020" y="424180"/>
                    <a:pt x="1814830" y="436880"/>
                    <a:pt x="1814830" y="449580"/>
                  </a:cubicBezTo>
                  <a:cubicBezTo>
                    <a:pt x="1814830" y="464820"/>
                    <a:pt x="1809750" y="488950"/>
                    <a:pt x="1799590" y="502920"/>
                  </a:cubicBezTo>
                  <a:cubicBezTo>
                    <a:pt x="1788160" y="516890"/>
                    <a:pt x="1751330" y="532130"/>
                    <a:pt x="1751330" y="532130"/>
                  </a:cubicBezTo>
                </a:path>
              </a:pathLst>
            </a:custGeom>
            <a:solidFill>
              <a:srgbClr val="FFFFFF"/>
            </a:solidFill>
            <a:ln cap="sq">
              <a:noFill/>
              <a:prstDash val="solid"/>
              <a:miter/>
            </a:ln>
          </p:spPr>
        </p:sp>
      </p:grpSp>
      <p:grpSp>
        <p:nvGrpSpPr>
          <p:cNvPr id="46" name="Group 46"/>
          <p:cNvGrpSpPr/>
          <p:nvPr/>
        </p:nvGrpSpPr>
        <p:grpSpPr>
          <a:xfrm>
            <a:off x="11675745" y="40005"/>
            <a:ext cx="1576388" cy="584835"/>
            <a:chOff x="0" y="0"/>
            <a:chExt cx="2101850" cy="779780"/>
          </a:xfrm>
        </p:grpSpPr>
        <p:sp>
          <p:nvSpPr>
            <p:cNvPr id="47" name="Freeform 47"/>
            <p:cNvSpPr/>
            <p:nvPr/>
          </p:nvSpPr>
          <p:spPr>
            <a:xfrm>
              <a:off x="48260" y="50800"/>
              <a:ext cx="2007870" cy="699770"/>
            </a:xfrm>
            <a:custGeom>
              <a:avLst/>
              <a:gdLst/>
              <a:ahLst/>
              <a:cxnLst/>
              <a:rect l="l" t="t" r="r" b="b"/>
              <a:pathLst>
                <a:path w="2007870" h="699770">
                  <a:moveTo>
                    <a:pt x="81280" y="0"/>
                  </a:moveTo>
                  <a:cubicBezTo>
                    <a:pt x="767080" y="104140"/>
                    <a:pt x="1443990" y="271780"/>
                    <a:pt x="1680210" y="334010"/>
                  </a:cubicBezTo>
                  <a:cubicBezTo>
                    <a:pt x="1779270" y="360680"/>
                    <a:pt x="1836420" y="360680"/>
                    <a:pt x="1891030" y="397510"/>
                  </a:cubicBezTo>
                  <a:cubicBezTo>
                    <a:pt x="1940560" y="429260"/>
                    <a:pt x="2007870" y="495300"/>
                    <a:pt x="2002790" y="527050"/>
                  </a:cubicBezTo>
                  <a:cubicBezTo>
                    <a:pt x="1998980" y="552450"/>
                    <a:pt x="1938020" y="568960"/>
                    <a:pt x="1905000" y="582930"/>
                  </a:cubicBezTo>
                  <a:cubicBezTo>
                    <a:pt x="1874520" y="595630"/>
                    <a:pt x="1850390" y="601980"/>
                    <a:pt x="1812290" y="609600"/>
                  </a:cubicBezTo>
                  <a:cubicBezTo>
                    <a:pt x="1751330" y="623570"/>
                    <a:pt x="1654810" y="636270"/>
                    <a:pt x="1572260" y="645160"/>
                  </a:cubicBezTo>
                  <a:cubicBezTo>
                    <a:pt x="1483360" y="655320"/>
                    <a:pt x="1404620" y="660400"/>
                    <a:pt x="1295400" y="665480"/>
                  </a:cubicBezTo>
                  <a:cubicBezTo>
                    <a:pt x="1139190" y="673100"/>
                    <a:pt x="815340" y="699770"/>
                    <a:pt x="718820" y="676910"/>
                  </a:cubicBezTo>
                  <a:cubicBezTo>
                    <a:pt x="683260" y="668020"/>
                    <a:pt x="665480" y="657860"/>
                    <a:pt x="651510" y="641350"/>
                  </a:cubicBezTo>
                  <a:cubicBezTo>
                    <a:pt x="641350" y="627380"/>
                    <a:pt x="637540" y="607060"/>
                    <a:pt x="637540" y="591820"/>
                  </a:cubicBezTo>
                  <a:cubicBezTo>
                    <a:pt x="638810" y="575310"/>
                    <a:pt x="646430" y="556260"/>
                    <a:pt x="656590" y="543560"/>
                  </a:cubicBezTo>
                  <a:cubicBezTo>
                    <a:pt x="668020" y="530860"/>
                    <a:pt x="684530" y="519430"/>
                    <a:pt x="701040" y="516890"/>
                  </a:cubicBezTo>
                  <a:cubicBezTo>
                    <a:pt x="722630" y="514350"/>
                    <a:pt x="758190" y="524510"/>
                    <a:pt x="774700" y="537210"/>
                  </a:cubicBezTo>
                  <a:cubicBezTo>
                    <a:pt x="787400" y="547370"/>
                    <a:pt x="797560" y="565150"/>
                    <a:pt x="798830" y="582930"/>
                  </a:cubicBezTo>
                  <a:cubicBezTo>
                    <a:pt x="800100" y="603250"/>
                    <a:pt x="789940" y="638810"/>
                    <a:pt x="774700" y="654050"/>
                  </a:cubicBezTo>
                  <a:cubicBezTo>
                    <a:pt x="758190" y="669290"/>
                    <a:pt x="722630" y="676910"/>
                    <a:pt x="701040" y="674370"/>
                  </a:cubicBezTo>
                  <a:cubicBezTo>
                    <a:pt x="684530" y="671830"/>
                    <a:pt x="668020" y="660400"/>
                    <a:pt x="656590" y="647700"/>
                  </a:cubicBezTo>
                  <a:cubicBezTo>
                    <a:pt x="646430" y="635000"/>
                    <a:pt x="638810" y="615950"/>
                    <a:pt x="637540" y="600710"/>
                  </a:cubicBezTo>
                  <a:cubicBezTo>
                    <a:pt x="637540" y="584200"/>
                    <a:pt x="642620" y="563880"/>
                    <a:pt x="651510" y="549910"/>
                  </a:cubicBezTo>
                  <a:cubicBezTo>
                    <a:pt x="660400" y="537210"/>
                    <a:pt x="669290" y="527050"/>
                    <a:pt x="693420" y="519430"/>
                  </a:cubicBezTo>
                  <a:cubicBezTo>
                    <a:pt x="772160" y="491490"/>
                    <a:pt x="1079500" y="520700"/>
                    <a:pt x="1273810" y="508000"/>
                  </a:cubicBezTo>
                  <a:cubicBezTo>
                    <a:pt x="1469390" y="495300"/>
                    <a:pt x="1812290" y="393700"/>
                    <a:pt x="1864360" y="445770"/>
                  </a:cubicBezTo>
                  <a:cubicBezTo>
                    <a:pt x="1885950" y="467360"/>
                    <a:pt x="1874520" y="534670"/>
                    <a:pt x="1852930" y="548640"/>
                  </a:cubicBezTo>
                  <a:cubicBezTo>
                    <a:pt x="1823720" y="567690"/>
                    <a:pt x="1741170" y="508000"/>
                    <a:pt x="1659890" y="485140"/>
                  </a:cubicBezTo>
                  <a:cubicBezTo>
                    <a:pt x="1526540" y="445770"/>
                    <a:pt x="1313180" y="393700"/>
                    <a:pt x="1123950" y="347980"/>
                  </a:cubicBezTo>
                  <a:cubicBezTo>
                    <a:pt x="913130" y="295910"/>
                    <a:pt x="650240" y="227330"/>
                    <a:pt x="453390" y="191770"/>
                  </a:cubicBezTo>
                  <a:cubicBezTo>
                    <a:pt x="302260" y="165100"/>
                    <a:pt x="110490" y="167640"/>
                    <a:pt x="48260" y="139700"/>
                  </a:cubicBezTo>
                  <a:cubicBezTo>
                    <a:pt x="26670" y="129540"/>
                    <a:pt x="17780" y="120650"/>
                    <a:pt x="10160" y="105410"/>
                  </a:cubicBezTo>
                  <a:cubicBezTo>
                    <a:pt x="2540" y="91440"/>
                    <a:pt x="0" y="71120"/>
                    <a:pt x="2540" y="54610"/>
                  </a:cubicBezTo>
                  <a:cubicBezTo>
                    <a:pt x="6350" y="39370"/>
                    <a:pt x="19050" y="21590"/>
                    <a:pt x="31750" y="12700"/>
                  </a:cubicBezTo>
                  <a:cubicBezTo>
                    <a:pt x="44450" y="2540"/>
                    <a:pt x="81280" y="0"/>
                    <a:pt x="81280" y="0"/>
                  </a:cubicBezTo>
                </a:path>
              </a:pathLst>
            </a:custGeom>
            <a:solidFill>
              <a:srgbClr val="FFFFFF"/>
            </a:solidFill>
            <a:ln cap="sq">
              <a:noFill/>
              <a:prstDash val="solid"/>
              <a:miter/>
            </a:ln>
          </p:spPr>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165655">
            <a:off x="17367604" y="-1559236"/>
            <a:ext cx="3949924" cy="17171291"/>
            <a:chOff x="0" y="0"/>
            <a:chExt cx="1040309" cy="4522480"/>
          </a:xfrm>
        </p:grpSpPr>
        <p:sp>
          <p:nvSpPr>
            <p:cNvPr id="3" name="Freeform 3"/>
            <p:cNvSpPr/>
            <p:nvPr/>
          </p:nvSpPr>
          <p:spPr>
            <a:xfrm>
              <a:off x="0" y="0"/>
              <a:ext cx="1040309" cy="4522480"/>
            </a:xfrm>
            <a:custGeom>
              <a:avLst/>
              <a:gdLst/>
              <a:ahLst/>
              <a:cxnLst/>
              <a:rect l="l" t="t" r="r" b="b"/>
              <a:pathLst>
                <a:path w="1040309" h="4522480">
                  <a:moveTo>
                    <a:pt x="0" y="0"/>
                  </a:moveTo>
                  <a:lnTo>
                    <a:pt x="1040309" y="0"/>
                  </a:lnTo>
                  <a:lnTo>
                    <a:pt x="1040309" y="4522480"/>
                  </a:lnTo>
                  <a:lnTo>
                    <a:pt x="0" y="4522480"/>
                  </a:lnTo>
                  <a:close/>
                </a:path>
              </a:pathLst>
            </a:custGeom>
            <a:solidFill>
              <a:srgbClr val="DF8D11"/>
            </a:solidFill>
          </p:spPr>
        </p:sp>
        <p:sp>
          <p:nvSpPr>
            <p:cNvPr id="4" name="TextBox 4"/>
            <p:cNvSpPr txBox="1"/>
            <p:nvPr/>
          </p:nvSpPr>
          <p:spPr>
            <a:xfrm>
              <a:off x="0" y="-57150"/>
              <a:ext cx="1040309" cy="457963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1867607">
            <a:off x="14531297" y="-9466495"/>
            <a:ext cx="3949924" cy="17171291"/>
            <a:chOff x="0" y="0"/>
            <a:chExt cx="1040309" cy="4522480"/>
          </a:xfrm>
        </p:grpSpPr>
        <p:sp>
          <p:nvSpPr>
            <p:cNvPr id="6" name="Freeform 6"/>
            <p:cNvSpPr/>
            <p:nvPr/>
          </p:nvSpPr>
          <p:spPr>
            <a:xfrm>
              <a:off x="0" y="0"/>
              <a:ext cx="1040309" cy="4522480"/>
            </a:xfrm>
            <a:custGeom>
              <a:avLst/>
              <a:gdLst/>
              <a:ahLst/>
              <a:cxnLst/>
              <a:rect l="l" t="t" r="r" b="b"/>
              <a:pathLst>
                <a:path w="1040309" h="4522480">
                  <a:moveTo>
                    <a:pt x="0" y="0"/>
                  </a:moveTo>
                  <a:lnTo>
                    <a:pt x="1040309" y="0"/>
                  </a:lnTo>
                  <a:lnTo>
                    <a:pt x="1040309" y="4522480"/>
                  </a:lnTo>
                  <a:lnTo>
                    <a:pt x="0" y="4522480"/>
                  </a:lnTo>
                  <a:close/>
                </a:path>
              </a:pathLst>
            </a:custGeom>
            <a:solidFill>
              <a:srgbClr val="F1B04E"/>
            </a:solidFill>
          </p:spPr>
        </p:sp>
        <p:sp>
          <p:nvSpPr>
            <p:cNvPr id="7" name="TextBox 7"/>
            <p:cNvSpPr txBox="1"/>
            <p:nvPr/>
          </p:nvSpPr>
          <p:spPr>
            <a:xfrm>
              <a:off x="0" y="-57150"/>
              <a:ext cx="1040309" cy="4579630"/>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rot="1774930">
            <a:off x="17319979" y="-1274262"/>
            <a:ext cx="3949924" cy="17171291"/>
            <a:chOff x="0" y="0"/>
            <a:chExt cx="1040309" cy="4522480"/>
          </a:xfrm>
        </p:grpSpPr>
        <p:sp>
          <p:nvSpPr>
            <p:cNvPr id="9" name="Freeform 9"/>
            <p:cNvSpPr/>
            <p:nvPr/>
          </p:nvSpPr>
          <p:spPr>
            <a:xfrm>
              <a:off x="0" y="0"/>
              <a:ext cx="1040309" cy="4522480"/>
            </a:xfrm>
            <a:custGeom>
              <a:avLst/>
              <a:gdLst/>
              <a:ahLst/>
              <a:cxnLst/>
              <a:rect l="l" t="t" r="r" b="b"/>
              <a:pathLst>
                <a:path w="1040309" h="4522480">
                  <a:moveTo>
                    <a:pt x="0" y="0"/>
                  </a:moveTo>
                  <a:lnTo>
                    <a:pt x="1040309" y="0"/>
                  </a:lnTo>
                  <a:lnTo>
                    <a:pt x="1040309" y="4522480"/>
                  </a:lnTo>
                  <a:lnTo>
                    <a:pt x="0" y="4522480"/>
                  </a:lnTo>
                  <a:close/>
                </a:path>
              </a:pathLst>
            </a:custGeom>
            <a:solidFill>
              <a:srgbClr val="1B517B"/>
            </a:solidFill>
          </p:spPr>
        </p:sp>
        <p:sp>
          <p:nvSpPr>
            <p:cNvPr id="10" name="TextBox 10"/>
            <p:cNvSpPr txBox="1"/>
            <p:nvPr/>
          </p:nvSpPr>
          <p:spPr>
            <a:xfrm>
              <a:off x="0" y="-57150"/>
              <a:ext cx="1040309" cy="457963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rot="1774930">
            <a:off x="17869573" y="109901"/>
            <a:ext cx="3949924" cy="17171291"/>
            <a:chOff x="0" y="0"/>
            <a:chExt cx="1040309" cy="4522480"/>
          </a:xfrm>
        </p:grpSpPr>
        <p:sp>
          <p:nvSpPr>
            <p:cNvPr id="12" name="Freeform 12"/>
            <p:cNvSpPr/>
            <p:nvPr/>
          </p:nvSpPr>
          <p:spPr>
            <a:xfrm>
              <a:off x="0" y="0"/>
              <a:ext cx="1040309" cy="4522480"/>
            </a:xfrm>
            <a:custGeom>
              <a:avLst/>
              <a:gdLst/>
              <a:ahLst/>
              <a:cxnLst/>
              <a:rect l="l" t="t" r="r" b="b"/>
              <a:pathLst>
                <a:path w="1040309" h="4522480">
                  <a:moveTo>
                    <a:pt x="0" y="0"/>
                  </a:moveTo>
                  <a:lnTo>
                    <a:pt x="1040309" y="0"/>
                  </a:lnTo>
                  <a:lnTo>
                    <a:pt x="1040309" y="4522480"/>
                  </a:lnTo>
                  <a:lnTo>
                    <a:pt x="0" y="4522480"/>
                  </a:lnTo>
                  <a:close/>
                </a:path>
              </a:pathLst>
            </a:custGeom>
            <a:solidFill>
              <a:srgbClr val="487BA2"/>
            </a:solidFill>
          </p:spPr>
        </p:sp>
        <p:sp>
          <p:nvSpPr>
            <p:cNvPr id="13" name="TextBox 13"/>
            <p:cNvSpPr txBox="1"/>
            <p:nvPr/>
          </p:nvSpPr>
          <p:spPr>
            <a:xfrm>
              <a:off x="0" y="-57150"/>
              <a:ext cx="1040309" cy="4579630"/>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11319510" y="-281940"/>
            <a:ext cx="1551623" cy="1116330"/>
            <a:chOff x="0" y="0"/>
            <a:chExt cx="2068830" cy="1488440"/>
          </a:xfrm>
        </p:grpSpPr>
        <p:sp>
          <p:nvSpPr>
            <p:cNvPr id="15" name="Freeform 15"/>
            <p:cNvSpPr/>
            <p:nvPr/>
          </p:nvSpPr>
          <p:spPr>
            <a:xfrm>
              <a:off x="44450" y="45720"/>
              <a:ext cx="1977390" cy="1390650"/>
            </a:xfrm>
            <a:custGeom>
              <a:avLst/>
              <a:gdLst/>
              <a:ahLst/>
              <a:cxnLst/>
              <a:rect l="l" t="t" r="r" b="b"/>
              <a:pathLst>
                <a:path w="1977390" h="1390650">
                  <a:moveTo>
                    <a:pt x="6350" y="694690"/>
                  </a:moveTo>
                  <a:cubicBezTo>
                    <a:pt x="64770" y="596900"/>
                    <a:pt x="107950" y="562610"/>
                    <a:pt x="139700" y="543560"/>
                  </a:cubicBezTo>
                  <a:cubicBezTo>
                    <a:pt x="163830" y="529590"/>
                    <a:pt x="203200" y="525780"/>
                    <a:pt x="213360" y="516890"/>
                  </a:cubicBezTo>
                  <a:cubicBezTo>
                    <a:pt x="215900" y="514350"/>
                    <a:pt x="215900" y="510540"/>
                    <a:pt x="217170" y="508000"/>
                  </a:cubicBezTo>
                  <a:cubicBezTo>
                    <a:pt x="219710" y="505460"/>
                    <a:pt x="222250" y="499110"/>
                    <a:pt x="222250" y="499110"/>
                  </a:cubicBezTo>
                  <a:cubicBezTo>
                    <a:pt x="222250" y="497840"/>
                    <a:pt x="227330" y="492760"/>
                    <a:pt x="229870" y="490220"/>
                  </a:cubicBezTo>
                  <a:cubicBezTo>
                    <a:pt x="232410" y="487680"/>
                    <a:pt x="236220" y="482600"/>
                    <a:pt x="236220" y="482600"/>
                  </a:cubicBezTo>
                  <a:cubicBezTo>
                    <a:pt x="236220" y="482600"/>
                    <a:pt x="242570" y="478790"/>
                    <a:pt x="245110" y="476250"/>
                  </a:cubicBezTo>
                  <a:cubicBezTo>
                    <a:pt x="248920" y="474980"/>
                    <a:pt x="254000" y="471170"/>
                    <a:pt x="254000" y="471170"/>
                  </a:cubicBezTo>
                  <a:cubicBezTo>
                    <a:pt x="254000" y="469900"/>
                    <a:pt x="260350" y="468630"/>
                    <a:pt x="264160" y="467360"/>
                  </a:cubicBezTo>
                  <a:cubicBezTo>
                    <a:pt x="267970" y="466090"/>
                    <a:pt x="274320" y="463550"/>
                    <a:pt x="274320" y="463550"/>
                  </a:cubicBezTo>
                  <a:cubicBezTo>
                    <a:pt x="274320" y="463550"/>
                    <a:pt x="280670" y="462280"/>
                    <a:pt x="284480" y="462280"/>
                  </a:cubicBezTo>
                  <a:cubicBezTo>
                    <a:pt x="288290" y="461010"/>
                    <a:pt x="294640" y="461010"/>
                    <a:pt x="294640" y="461010"/>
                  </a:cubicBezTo>
                  <a:cubicBezTo>
                    <a:pt x="294640" y="461010"/>
                    <a:pt x="318770" y="461010"/>
                    <a:pt x="335280" y="461010"/>
                  </a:cubicBezTo>
                  <a:cubicBezTo>
                    <a:pt x="356870" y="461010"/>
                    <a:pt x="401320" y="461010"/>
                    <a:pt x="414020" y="461010"/>
                  </a:cubicBezTo>
                  <a:cubicBezTo>
                    <a:pt x="419100" y="461010"/>
                    <a:pt x="420370" y="462280"/>
                    <a:pt x="424180" y="461010"/>
                  </a:cubicBezTo>
                  <a:cubicBezTo>
                    <a:pt x="431800" y="459740"/>
                    <a:pt x="443230" y="452120"/>
                    <a:pt x="457200" y="449580"/>
                  </a:cubicBezTo>
                  <a:cubicBezTo>
                    <a:pt x="478790" y="444500"/>
                    <a:pt x="518160" y="444500"/>
                    <a:pt x="547370" y="443230"/>
                  </a:cubicBezTo>
                  <a:cubicBezTo>
                    <a:pt x="575310" y="441960"/>
                    <a:pt x="600710" y="443230"/>
                    <a:pt x="627380" y="443230"/>
                  </a:cubicBezTo>
                  <a:cubicBezTo>
                    <a:pt x="656590" y="441960"/>
                    <a:pt x="690880" y="441960"/>
                    <a:pt x="717550" y="441960"/>
                  </a:cubicBezTo>
                  <a:cubicBezTo>
                    <a:pt x="739140" y="441960"/>
                    <a:pt x="760730" y="448310"/>
                    <a:pt x="775970" y="441960"/>
                  </a:cubicBezTo>
                  <a:cubicBezTo>
                    <a:pt x="787400" y="436880"/>
                    <a:pt x="788670" y="421640"/>
                    <a:pt x="801370" y="414020"/>
                  </a:cubicBezTo>
                  <a:cubicBezTo>
                    <a:pt x="824230" y="402590"/>
                    <a:pt x="896620" y="400050"/>
                    <a:pt x="910590" y="400050"/>
                  </a:cubicBezTo>
                  <a:cubicBezTo>
                    <a:pt x="913130" y="400050"/>
                    <a:pt x="914400" y="401320"/>
                    <a:pt x="916940" y="400050"/>
                  </a:cubicBezTo>
                  <a:cubicBezTo>
                    <a:pt x="923290" y="396240"/>
                    <a:pt x="935990" y="367030"/>
                    <a:pt x="949960" y="347980"/>
                  </a:cubicBezTo>
                  <a:cubicBezTo>
                    <a:pt x="970280" y="321310"/>
                    <a:pt x="1002030" y="281940"/>
                    <a:pt x="1027430" y="254000"/>
                  </a:cubicBezTo>
                  <a:cubicBezTo>
                    <a:pt x="1051560" y="228600"/>
                    <a:pt x="1073150" y="208280"/>
                    <a:pt x="1098550" y="186690"/>
                  </a:cubicBezTo>
                  <a:cubicBezTo>
                    <a:pt x="1125220" y="165100"/>
                    <a:pt x="1155700" y="140970"/>
                    <a:pt x="1183640" y="123190"/>
                  </a:cubicBezTo>
                  <a:cubicBezTo>
                    <a:pt x="1209040" y="106680"/>
                    <a:pt x="1233170" y="96520"/>
                    <a:pt x="1258570" y="80010"/>
                  </a:cubicBezTo>
                  <a:cubicBezTo>
                    <a:pt x="1286510" y="63500"/>
                    <a:pt x="1315720" y="39370"/>
                    <a:pt x="1344930" y="26670"/>
                  </a:cubicBezTo>
                  <a:cubicBezTo>
                    <a:pt x="1372870" y="15240"/>
                    <a:pt x="1400810" y="7620"/>
                    <a:pt x="1430020" y="5080"/>
                  </a:cubicBezTo>
                  <a:cubicBezTo>
                    <a:pt x="1461770" y="0"/>
                    <a:pt x="1497330" y="1270"/>
                    <a:pt x="1529080" y="5080"/>
                  </a:cubicBezTo>
                  <a:cubicBezTo>
                    <a:pt x="1560830" y="10160"/>
                    <a:pt x="1591310" y="16510"/>
                    <a:pt x="1619250" y="29210"/>
                  </a:cubicBezTo>
                  <a:cubicBezTo>
                    <a:pt x="1647190" y="40640"/>
                    <a:pt x="1670050" y="60960"/>
                    <a:pt x="1696720" y="76200"/>
                  </a:cubicBezTo>
                  <a:cubicBezTo>
                    <a:pt x="1724660" y="92710"/>
                    <a:pt x="1758950" y="105410"/>
                    <a:pt x="1785620" y="125730"/>
                  </a:cubicBezTo>
                  <a:cubicBezTo>
                    <a:pt x="1809750" y="144780"/>
                    <a:pt x="1828800" y="168910"/>
                    <a:pt x="1847850" y="191770"/>
                  </a:cubicBezTo>
                  <a:cubicBezTo>
                    <a:pt x="1866900" y="214630"/>
                    <a:pt x="1883410" y="234950"/>
                    <a:pt x="1897380" y="260350"/>
                  </a:cubicBezTo>
                  <a:cubicBezTo>
                    <a:pt x="1913890" y="289560"/>
                    <a:pt x="1927860" y="323850"/>
                    <a:pt x="1940560" y="356870"/>
                  </a:cubicBezTo>
                  <a:cubicBezTo>
                    <a:pt x="1953260" y="389890"/>
                    <a:pt x="1967230" y="425450"/>
                    <a:pt x="1972310" y="458470"/>
                  </a:cubicBezTo>
                  <a:cubicBezTo>
                    <a:pt x="1977390" y="488950"/>
                    <a:pt x="1973580" y="516890"/>
                    <a:pt x="1973580" y="547370"/>
                  </a:cubicBezTo>
                  <a:cubicBezTo>
                    <a:pt x="1972310" y="579120"/>
                    <a:pt x="1973580" y="610870"/>
                    <a:pt x="1971040" y="642620"/>
                  </a:cubicBezTo>
                  <a:cubicBezTo>
                    <a:pt x="1969770" y="675640"/>
                    <a:pt x="1964690" y="712470"/>
                    <a:pt x="1958340" y="744220"/>
                  </a:cubicBezTo>
                  <a:cubicBezTo>
                    <a:pt x="1953260" y="772160"/>
                    <a:pt x="1949450" y="796290"/>
                    <a:pt x="1939290" y="822960"/>
                  </a:cubicBezTo>
                  <a:cubicBezTo>
                    <a:pt x="1927860" y="852170"/>
                    <a:pt x="1907540" y="882650"/>
                    <a:pt x="1888490" y="913130"/>
                  </a:cubicBezTo>
                  <a:cubicBezTo>
                    <a:pt x="1868170" y="946150"/>
                    <a:pt x="1846580" y="982980"/>
                    <a:pt x="1823720" y="1010920"/>
                  </a:cubicBezTo>
                  <a:cubicBezTo>
                    <a:pt x="1802130" y="1035050"/>
                    <a:pt x="1780540" y="1054100"/>
                    <a:pt x="1756410" y="1074420"/>
                  </a:cubicBezTo>
                  <a:cubicBezTo>
                    <a:pt x="1732280" y="1093470"/>
                    <a:pt x="1705610" y="1112520"/>
                    <a:pt x="1678940" y="1129030"/>
                  </a:cubicBezTo>
                  <a:cubicBezTo>
                    <a:pt x="1653540" y="1145540"/>
                    <a:pt x="1628140" y="1160780"/>
                    <a:pt x="1601470" y="1174750"/>
                  </a:cubicBezTo>
                  <a:cubicBezTo>
                    <a:pt x="1573530" y="1189990"/>
                    <a:pt x="1534160" y="1210310"/>
                    <a:pt x="1512570" y="1216660"/>
                  </a:cubicBezTo>
                  <a:cubicBezTo>
                    <a:pt x="1498600" y="1220470"/>
                    <a:pt x="1480820" y="1219200"/>
                    <a:pt x="1480820" y="1220470"/>
                  </a:cubicBezTo>
                  <a:cubicBezTo>
                    <a:pt x="1480820" y="1220470"/>
                    <a:pt x="1482090" y="1221740"/>
                    <a:pt x="1483360" y="1221740"/>
                  </a:cubicBezTo>
                  <a:cubicBezTo>
                    <a:pt x="1485900" y="1223010"/>
                    <a:pt x="1489710" y="1224280"/>
                    <a:pt x="1492250" y="1224280"/>
                  </a:cubicBezTo>
                  <a:cubicBezTo>
                    <a:pt x="1493520" y="1225550"/>
                    <a:pt x="1494790" y="1226820"/>
                    <a:pt x="1496060" y="1228090"/>
                  </a:cubicBezTo>
                  <a:cubicBezTo>
                    <a:pt x="1497330" y="1228090"/>
                    <a:pt x="1498600" y="1229360"/>
                    <a:pt x="1501140" y="1229360"/>
                  </a:cubicBezTo>
                  <a:cubicBezTo>
                    <a:pt x="1502410" y="1230630"/>
                    <a:pt x="1504950" y="1234440"/>
                    <a:pt x="1507490" y="1235710"/>
                  </a:cubicBezTo>
                  <a:cubicBezTo>
                    <a:pt x="1510030" y="1238250"/>
                    <a:pt x="1513840" y="1239520"/>
                    <a:pt x="1515110" y="1242060"/>
                  </a:cubicBezTo>
                  <a:cubicBezTo>
                    <a:pt x="1516380" y="1243330"/>
                    <a:pt x="1516380" y="1244600"/>
                    <a:pt x="1517650" y="1245870"/>
                  </a:cubicBezTo>
                  <a:cubicBezTo>
                    <a:pt x="1518920" y="1247140"/>
                    <a:pt x="1520190" y="1248410"/>
                    <a:pt x="1521460" y="1249680"/>
                  </a:cubicBezTo>
                  <a:cubicBezTo>
                    <a:pt x="1522730" y="1250950"/>
                    <a:pt x="1524000" y="1254760"/>
                    <a:pt x="1526540" y="1257300"/>
                  </a:cubicBezTo>
                  <a:cubicBezTo>
                    <a:pt x="1527810" y="1259840"/>
                    <a:pt x="1530350" y="1263650"/>
                    <a:pt x="1531620" y="1266190"/>
                  </a:cubicBezTo>
                  <a:cubicBezTo>
                    <a:pt x="1531620" y="1267460"/>
                    <a:pt x="1531620" y="1268730"/>
                    <a:pt x="1532890" y="1270000"/>
                  </a:cubicBezTo>
                  <a:cubicBezTo>
                    <a:pt x="1532890" y="1271270"/>
                    <a:pt x="1534160" y="1272540"/>
                    <a:pt x="1535430" y="1273810"/>
                  </a:cubicBezTo>
                  <a:cubicBezTo>
                    <a:pt x="1535430" y="1276350"/>
                    <a:pt x="1535430" y="1280160"/>
                    <a:pt x="1536700" y="1283970"/>
                  </a:cubicBezTo>
                  <a:cubicBezTo>
                    <a:pt x="1536700" y="1286510"/>
                    <a:pt x="1539240" y="1290320"/>
                    <a:pt x="1539240" y="1292860"/>
                  </a:cubicBezTo>
                  <a:cubicBezTo>
                    <a:pt x="1539240" y="1295400"/>
                    <a:pt x="1539240" y="1296670"/>
                    <a:pt x="1539240" y="1297940"/>
                  </a:cubicBezTo>
                  <a:cubicBezTo>
                    <a:pt x="1539240" y="1299210"/>
                    <a:pt x="1539240" y="1300480"/>
                    <a:pt x="1539240" y="1303020"/>
                  </a:cubicBezTo>
                  <a:cubicBezTo>
                    <a:pt x="1539240" y="1305560"/>
                    <a:pt x="1537970" y="1309370"/>
                    <a:pt x="1537970" y="1311910"/>
                  </a:cubicBezTo>
                  <a:cubicBezTo>
                    <a:pt x="1537970" y="1314450"/>
                    <a:pt x="1537970" y="1319530"/>
                    <a:pt x="1537970" y="1322070"/>
                  </a:cubicBezTo>
                  <a:cubicBezTo>
                    <a:pt x="1536700" y="1323340"/>
                    <a:pt x="1536700" y="1324610"/>
                    <a:pt x="1535430" y="1325880"/>
                  </a:cubicBezTo>
                  <a:cubicBezTo>
                    <a:pt x="1535430" y="1327150"/>
                    <a:pt x="1535430" y="1328420"/>
                    <a:pt x="1535430" y="1330960"/>
                  </a:cubicBezTo>
                  <a:cubicBezTo>
                    <a:pt x="1534160" y="1333500"/>
                    <a:pt x="1531620" y="1336040"/>
                    <a:pt x="1530350" y="1338580"/>
                  </a:cubicBezTo>
                  <a:cubicBezTo>
                    <a:pt x="1529080" y="1342390"/>
                    <a:pt x="1529080" y="1346200"/>
                    <a:pt x="1526540" y="1347470"/>
                  </a:cubicBezTo>
                  <a:cubicBezTo>
                    <a:pt x="1526540" y="1350010"/>
                    <a:pt x="1525270" y="1350010"/>
                    <a:pt x="1524000" y="1351280"/>
                  </a:cubicBezTo>
                  <a:cubicBezTo>
                    <a:pt x="1522730" y="1352550"/>
                    <a:pt x="1522730" y="1353820"/>
                    <a:pt x="1521460" y="1356360"/>
                  </a:cubicBezTo>
                  <a:cubicBezTo>
                    <a:pt x="1520190" y="1357630"/>
                    <a:pt x="1517650" y="1360170"/>
                    <a:pt x="1515110" y="1362710"/>
                  </a:cubicBezTo>
                  <a:cubicBezTo>
                    <a:pt x="1512570" y="1365250"/>
                    <a:pt x="1511300" y="1367790"/>
                    <a:pt x="1508760" y="1370330"/>
                  </a:cubicBezTo>
                  <a:cubicBezTo>
                    <a:pt x="1507490" y="1370330"/>
                    <a:pt x="1506220" y="1371600"/>
                    <a:pt x="1504950" y="1371600"/>
                  </a:cubicBezTo>
                  <a:cubicBezTo>
                    <a:pt x="1503680" y="1372870"/>
                    <a:pt x="1502410" y="1374140"/>
                    <a:pt x="1501140" y="1375410"/>
                  </a:cubicBezTo>
                  <a:cubicBezTo>
                    <a:pt x="1498600" y="1376680"/>
                    <a:pt x="1494790" y="1377950"/>
                    <a:pt x="1492250" y="1379220"/>
                  </a:cubicBezTo>
                  <a:cubicBezTo>
                    <a:pt x="1489710" y="1380490"/>
                    <a:pt x="1487170" y="1383030"/>
                    <a:pt x="1484630" y="1384300"/>
                  </a:cubicBezTo>
                  <a:cubicBezTo>
                    <a:pt x="1483360" y="1385570"/>
                    <a:pt x="1480820" y="1385570"/>
                    <a:pt x="1479550" y="1385570"/>
                  </a:cubicBezTo>
                  <a:cubicBezTo>
                    <a:pt x="1478280" y="1385570"/>
                    <a:pt x="1477010" y="1386840"/>
                    <a:pt x="1475740" y="1388110"/>
                  </a:cubicBezTo>
                  <a:cubicBezTo>
                    <a:pt x="1473200" y="1388110"/>
                    <a:pt x="1469390" y="1388110"/>
                    <a:pt x="1465580" y="1388110"/>
                  </a:cubicBezTo>
                  <a:cubicBezTo>
                    <a:pt x="1463040" y="1389380"/>
                    <a:pt x="1459230" y="1390650"/>
                    <a:pt x="1456690" y="1390650"/>
                  </a:cubicBezTo>
                  <a:cubicBezTo>
                    <a:pt x="1455420" y="1390650"/>
                    <a:pt x="1452880" y="1390650"/>
                    <a:pt x="1451610" y="1390650"/>
                  </a:cubicBezTo>
                  <a:cubicBezTo>
                    <a:pt x="1450340" y="1390650"/>
                    <a:pt x="1449070" y="1390650"/>
                    <a:pt x="1446530" y="1390650"/>
                  </a:cubicBezTo>
                  <a:cubicBezTo>
                    <a:pt x="1443990" y="1390650"/>
                    <a:pt x="1441450" y="1389380"/>
                    <a:pt x="1437640" y="1389380"/>
                  </a:cubicBezTo>
                  <a:cubicBezTo>
                    <a:pt x="1435100" y="1388110"/>
                    <a:pt x="1431290" y="1388110"/>
                    <a:pt x="1428750" y="1388110"/>
                  </a:cubicBezTo>
                  <a:cubicBezTo>
                    <a:pt x="1426210" y="1386840"/>
                    <a:pt x="1424940" y="1386840"/>
                    <a:pt x="1423670" y="1385570"/>
                  </a:cubicBezTo>
                  <a:cubicBezTo>
                    <a:pt x="1422400" y="1385570"/>
                    <a:pt x="1421130" y="1385570"/>
                    <a:pt x="1419860" y="1384300"/>
                  </a:cubicBezTo>
                  <a:cubicBezTo>
                    <a:pt x="1417320" y="1384300"/>
                    <a:pt x="1416050" y="1381760"/>
                    <a:pt x="1412240" y="1380490"/>
                  </a:cubicBezTo>
                  <a:cubicBezTo>
                    <a:pt x="1405890" y="1376680"/>
                    <a:pt x="1394460" y="1372870"/>
                    <a:pt x="1380490" y="1366520"/>
                  </a:cubicBezTo>
                  <a:cubicBezTo>
                    <a:pt x="1357630" y="1355090"/>
                    <a:pt x="1316990" y="1337310"/>
                    <a:pt x="1286510" y="1318260"/>
                  </a:cubicBezTo>
                  <a:cubicBezTo>
                    <a:pt x="1254760" y="1299210"/>
                    <a:pt x="1215390" y="1267460"/>
                    <a:pt x="1196340" y="1250950"/>
                  </a:cubicBezTo>
                  <a:cubicBezTo>
                    <a:pt x="1186180" y="1240790"/>
                    <a:pt x="1184910" y="1233170"/>
                    <a:pt x="1173480" y="1226820"/>
                  </a:cubicBezTo>
                  <a:cubicBezTo>
                    <a:pt x="1154430" y="1216660"/>
                    <a:pt x="1112520" y="1215390"/>
                    <a:pt x="1079500" y="1207770"/>
                  </a:cubicBezTo>
                  <a:cubicBezTo>
                    <a:pt x="1043940" y="1200150"/>
                    <a:pt x="1002030" y="1192530"/>
                    <a:pt x="967740" y="1182370"/>
                  </a:cubicBezTo>
                  <a:cubicBezTo>
                    <a:pt x="938530" y="1173480"/>
                    <a:pt x="913130" y="1162050"/>
                    <a:pt x="886460" y="1149350"/>
                  </a:cubicBezTo>
                  <a:cubicBezTo>
                    <a:pt x="859790" y="1137920"/>
                    <a:pt x="834390" y="1123950"/>
                    <a:pt x="806450" y="1109980"/>
                  </a:cubicBezTo>
                  <a:cubicBezTo>
                    <a:pt x="773430" y="1094740"/>
                    <a:pt x="732790" y="1080770"/>
                    <a:pt x="702310" y="1059180"/>
                  </a:cubicBezTo>
                  <a:cubicBezTo>
                    <a:pt x="673100" y="1038860"/>
                    <a:pt x="635000" y="1000760"/>
                    <a:pt x="626110" y="985520"/>
                  </a:cubicBezTo>
                  <a:cubicBezTo>
                    <a:pt x="622300" y="980440"/>
                    <a:pt x="624840" y="975360"/>
                    <a:pt x="621030" y="972820"/>
                  </a:cubicBezTo>
                  <a:cubicBezTo>
                    <a:pt x="618490" y="971550"/>
                    <a:pt x="614680" y="974090"/>
                    <a:pt x="608330" y="972820"/>
                  </a:cubicBezTo>
                  <a:cubicBezTo>
                    <a:pt x="589280" y="970280"/>
                    <a:pt x="534670" y="958850"/>
                    <a:pt x="499110" y="947420"/>
                  </a:cubicBezTo>
                  <a:cubicBezTo>
                    <a:pt x="464820" y="937260"/>
                    <a:pt x="433070" y="923290"/>
                    <a:pt x="398780" y="909320"/>
                  </a:cubicBezTo>
                  <a:cubicBezTo>
                    <a:pt x="363220" y="896620"/>
                    <a:pt x="287020" y="867410"/>
                    <a:pt x="287020" y="867410"/>
                  </a:cubicBezTo>
                  <a:cubicBezTo>
                    <a:pt x="287020" y="867410"/>
                    <a:pt x="279400" y="866140"/>
                    <a:pt x="275590" y="866140"/>
                  </a:cubicBezTo>
                  <a:cubicBezTo>
                    <a:pt x="273050" y="866140"/>
                    <a:pt x="265430" y="864870"/>
                    <a:pt x="265430" y="864870"/>
                  </a:cubicBezTo>
                  <a:cubicBezTo>
                    <a:pt x="265430" y="864870"/>
                    <a:pt x="259080" y="862330"/>
                    <a:pt x="255270" y="861060"/>
                  </a:cubicBezTo>
                  <a:cubicBezTo>
                    <a:pt x="251460" y="859790"/>
                    <a:pt x="245110" y="857250"/>
                    <a:pt x="245110" y="857250"/>
                  </a:cubicBezTo>
                  <a:cubicBezTo>
                    <a:pt x="245110" y="857250"/>
                    <a:pt x="240030" y="853440"/>
                    <a:pt x="236220" y="850900"/>
                  </a:cubicBezTo>
                  <a:cubicBezTo>
                    <a:pt x="233680" y="849630"/>
                    <a:pt x="227330" y="844550"/>
                    <a:pt x="227330" y="844550"/>
                  </a:cubicBezTo>
                  <a:cubicBezTo>
                    <a:pt x="227330" y="844550"/>
                    <a:pt x="222250" y="839470"/>
                    <a:pt x="220980" y="836930"/>
                  </a:cubicBezTo>
                  <a:cubicBezTo>
                    <a:pt x="219710" y="835660"/>
                    <a:pt x="218440" y="834390"/>
                    <a:pt x="217170" y="833120"/>
                  </a:cubicBezTo>
                  <a:cubicBezTo>
                    <a:pt x="213360" y="831850"/>
                    <a:pt x="207010" y="833120"/>
                    <a:pt x="199390" y="833120"/>
                  </a:cubicBezTo>
                  <a:cubicBezTo>
                    <a:pt x="181610" y="833120"/>
                    <a:pt x="144780" y="840740"/>
                    <a:pt x="116840" y="833120"/>
                  </a:cubicBezTo>
                  <a:cubicBezTo>
                    <a:pt x="83820" y="825500"/>
                    <a:pt x="34290" y="807720"/>
                    <a:pt x="16510" y="782320"/>
                  </a:cubicBezTo>
                  <a:cubicBezTo>
                    <a:pt x="0" y="759460"/>
                    <a:pt x="6350" y="694690"/>
                    <a:pt x="6350" y="694690"/>
                  </a:cubicBezTo>
                  <a:moveTo>
                    <a:pt x="915670" y="975360"/>
                  </a:moveTo>
                  <a:cubicBezTo>
                    <a:pt x="923290" y="977900"/>
                    <a:pt x="979170" y="1012190"/>
                    <a:pt x="981710" y="1008380"/>
                  </a:cubicBezTo>
                  <a:cubicBezTo>
                    <a:pt x="984250" y="1005840"/>
                    <a:pt x="965200" y="979170"/>
                    <a:pt x="957580" y="975360"/>
                  </a:cubicBezTo>
                  <a:cubicBezTo>
                    <a:pt x="951230" y="972820"/>
                    <a:pt x="946150" y="975360"/>
                    <a:pt x="941070" y="975360"/>
                  </a:cubicBezTo>
                  <a:cubicBezTo>
                    <a:pt x="933450" y="975360"/>
                    <a:pt x="915670" y="975360"/>
                    <a:pt x="915670" y="975360"/>
                  </a:cubicBezTo>
                  <a:moveTo>
                    <a:pt x="1003300" y="707390"/>
                  </a:moveTo>
                  <a:cubicBezTo>
                    <a:pt x="1016000" y="727710"/>
                    <a:pt x="1031240" y="728980"/>
                    <a:pt x="1040130" y="731520"/>
                  </a:cubicBezTo>
                  <a:cubicBezTo>
                    <a:pt x="1046480" y="735330"/>
                    <a:pt x="1051560" y="736600"/>
                    <a:pt x="1056640" y="740410"/>
                  </a:cubicBezTo>
                  <a:cubicBezTo>
                    <a:pt x="1061720" y="742950"/>
                    <a:pt x="1066800" y="748030"/>
                    <a:pt x="1071880" y="751840"/>
                  </a:cubicBezTo>
                  <a:cubicBezTo>
                    <a:pt x="1075690" y="756920"/>
                    <a:pt x="1079500" y="762000"/>
                    <a:pt x="1083310" y="767080"/>
                  </a:cubicBezTo>
                  <a:cubicBezTo>
                    <a:pt x="1085850" y="772160"/>
                    <a:pt x="1088390" y="779780"/>
                    <a:pt x="1089660" y="784860"/>
                  </a:cubicBezTo>
                  <a:cubicBezTo>
                    <a:pt x="1090930" y="788670"/>
                    <a:pt x="1089660" y="793750"/>
                    <a:pt x="1092200" y="796290"/>
                  </a:cubicBezTo>
                  <a:cubicBezTo>
                    <a:pt x="1098550" y="801370"/>
                    <a:pt x="1120140" y="800100"/>
                    <a:pt x="1137920" y="796290"/>
                  </a:cubicBezTo>
                  <a:cubicBezTo>
                    <a:pt x="1164590" y="792480"/>
                    <a:pt x="1202690" y="775970"/>
                    <a:pt x="1233170" y="764540"/>
                  </a:cubicBezTo>
                  <a:cubicBezTo>
                    <a:pt x="1262380" y="754380"/>
                    <a:pt x="1318260" y="745490"/>
                    <a:pt x="1319530" y="735330"/>
                  </a:cubicBezTo>
                  <a:cubicBezTo>
                    <a:pt x="1319530" y="725170"/>
                    <a:pt x="1267460" y="717550"/>
                    <a:pt x="1243330" y="704850"/>
                  </a:cubicBezTo>
                  <a:cubicBezTo>
                    <a:pt x="1220470" y="692150"/>
                    <a:pt x="1198880" y="675640"/>
                    <a:pt x="1177290" y="659130"/>
                  </a:cubicBezTo>
                  <a:cubicBezTo>
                    <a:pt x="1155700" y="643890"/>
                    <a:pt x="1135380" y="622300"/>
                    <a:pt x="1113790" y="610870"/>
                  </a:cubicBezTo>
                  <a:cubicBezTo>
                    <a:pt x="1094740" y="600710"/>
                    <a:pt x="1061720" y="589280"/>
                    <a:pt x="1055370" y="591820"/>
                  </a:cubicBezTo>
                  <a:cubicBezTo>
                    <a:pt x="1052830" y="591820"/>
                    <a:pt x="1054100" y="594360"/>
                    <a:pt x="1052830" y="595630"/>
                  </a:cubicBezTo>
                  <a:cubicBezTo>
                    <a:pt x="1050290" y="598170"/>
                    <a:pt x="1046480" y="604520"/>
                    <a:pt x="1046480" y="604520"/>
                  </a:cubicBezTo>
                  <a:cubicBezTo>
                    <a:pt x="1046480" y="604520"/>
                    <a:pt x="1041400" y="609600"/>
                    <a:pt x="1038860" y="612140"/>
                  </a:cubicBezTo>
                  <a:cubicBezTo>
                    <a:pt x="1036320" y="613410"/>
                    <a:pt x="1031240" y="618490"/>
                    <a:pt x="1031240" y="618490"/>
                  </a:cubicBezTo>
                  <a:cubicBezTo>
                    <a:pt x="1031240" y="618490"/>
                    <a:pt x="1024890" y="622300"/>
                    <a:pt x="1022350" y="623570"/>
                  </a:cubicBezTo>
                  <a:cubicBezTo>
                    <a:pt x="1018540" y="626110"/>
                    <a:pt x="1013460" y="628650"/>
                    <a:pt x="1012190" y="628650"/>
                  </a:cubicBezTo>
                  <a:cubicBezTo>
                    <a:pt x="1012190" y="628650"/>
                    <a:pt x="1005840" y="628650"/>
                    <a:pt x="1004570" y="631190"/>
                  </a:cubicBezTo>
                  <a:cubicBezTo>
                    <a:pt x="998220" y="638810"/>
                    <a:pt x="1003300" y="707390"/>
                    <a:pt x="1003300" y="707390"/>
                  </a:cubicBezTo>
                  <a:moveTo>
                    <a:pt x="1220470" y="962660"/>
                  </a:moveTo>
                  <a:cubicBezTo>
                    <a:pt x="1286510" y="974090"/>
                    <a:pt x="1319530" y="956310"/>
                    <a:pt x="1348740" y="941070"/>
                  </a:cubicBezTo>
                  <a:cubicBezTo>
                    <a:pt x="1380490" y="924560"/>
                    <a:pt x="1414780" y="897890"/>
                    <a:pt x="1446530" y="877570"/>
                  </a:cubicBezTo>
                  <a:cubicBezTo>
                    <a:pt x="1474470" y="858520"/>
                    <a:pt x="1499870" y="840740"/>
                    <a:pt x="1525270" y="820420"/>
                  </a:cubicBezTo>
                  <a:cubicBezTo>
                    <a:pt x="1548130" y="801370"/>
                    <a:pt x="1569720" y="778510"/>
                    <a:pt x="1591310" y="758190"/>
                  </a:cubicBezTo>
                  <a:cubicBezTo>
                    <a:pt x="1611630" y="739140"/>
                    <a:pt x="1631950" y="725170"/>
                    <a:pt x="1649730" y="704850"/>
                  </a:cubicBezTo>
                  <a:cubicBezTo>
                    <a:pt x="1671320" y="681990"/>
                    <a:pt x="1701800" y="655320"/>
                    <a:pt x="1709420" y="627380"/>
                  </a:cubicBezTo>
                  <a:cubicBezTo>
                    <a:pt x="1717040" y="603250"/>
                    <a:pt x="1719580" y="565150"/>
                    <a:pt x="1704340" y="548640"/>
                  </a:cubicBezTo>
                  <a:cubicBezTo>
                    <a:pt x="1685290" y="529590"/>
                    <a:pt x="1626870" y="537210"/>
                    <a:pt x="1593850" y="530860"/>
                  </a:cubicBezTo>
                  <a:cubicBezTo>
                    <a:pt x="1565910" y="525780"/>
                    <a:pt x="1544320" y="519430"/>
                    <a:pt x="1518920" y="513080"/>
                  </a:cubicBezTo>
                  <a:cubicBezTo>
                    <a:pt x="1492250" y="506730"/>
                    <a:pt x="1466850" y="497840"/>
                    <a:pt x="1438910" y="492760"/>
                  </a:cubicBezTo>
                  <a:cubicBezTo>
                    <a:pt x="1408430" y="486410"/>
                    <a:pt x="1375410" y="480060"/>
                    <a:pt x="1346200" y="477520"/>
                  </a:cubicBezTo>
                  <a:cubicBezTo>
                    <a:pt x="1319530" y="476250"/>
                    <a:pt x="1289050" y="476250"/>
                    <a:pt x="1267460" y="478790"/>
                  </a:cubicBezTo>
                  <a:cubicBezTo>
                    <a:pt x="1253490" y="478790"/>
                    <a:pt x="1234440" y="478790"/>
                    <a:pt x="1233170" y="482600"/>
                  </a:cubicBezTo>
                  <a:cubicBezTo>
                    <a:pt x="1233170" y="488950"/>
                    <a:pt x="1264920" y="500380"/>
                    <a:pt x="1282700" y="511810"/>
                  </a:cubicBezTo>
                  <a:cubicBezTo>
                    <a:pt x="1304290" y="525780"/>
                    <a:pt x="1329690" y="542290"/>
                    <a:pt x="1350010" y="560070"/>
                  </a:cubicBezTo>
                  <a:cubicBezTo>
                    <a:pt x="1371600" y="577850"/>
                    <a:pt x="1391920" y="596900"/>
                    <a:pt x="1409700" y="618490"/>
                  </a:cubicBezTo>
                  <a:cubicBezTo>
                    <a:pt x="1427480" y="641350"/>
                    <a:pt x="1447800" y="668020"/>
                    <a:pt x="1456690" y="697230"/>
                  </a:cubicBezTo>
                  <a:cubicBezTo>
                    <a:pt x="1464310" y="727710"/>
                    <a:pt x="1466850" y="765810"/>
                    <a:pt x="1456690" y="797560"/>
                  </a:cubicBezTo>
                  <a:cubicBezTo>
                    <a:pt x="1446530" y="831850"/>
                    <a:pt x="1416050" y="868680"/>
                    <a:pt x="1386840" y="890270"/>
                  </a:cubicBezTo>
                  <a:cubicBezTo>
                    <a:pt x="1360170" y="911860"/>
                    <a:pt x="1319530" y="916940"/>
                    <a:pt x="1290320" y="929640"/>
                  </a:cubicBezTo>
                  <a:cubicBezTo>
                    <a:pt x="1264920" y="939800"/>
                    <a:pt x="1220470" y="962660"/>
                    <a:pt x="1220470" y="962660"/>
                  </a:cubicBezTo>
                  <a:moveTo>
                    <a:pt x="1236980" y="303530"/>
                  </a:moveTo>
                  <a:cubicBezTo>
                    <a:pt x="1262380" y="299720"/>
                    <a:pt x="1300480" y="300990"/>
                    <a:pt x="1327150" y="300990"/>
                  </a:cubicBezTo>
                  <a:cubicBezTo>
                    <a:pt x="1356360" y="302260"/>
                    <a:pt x="1386840" y="299720"/>
                    <a:pt x="1416050" y="303530"/>
                  </a:cubicBezTo>
                  <a:cubicBezTo>
                    <a:pt x="1442720" y="307340"/>
                    <a:pt x="1468120" y="317500"/>
                    <a:pt x="1494790" y="323850"/>
                  </a:cubicBezTo>
                  <a:cubicBezTo>
                    <a:pt x="1522730" y="331470"/>
                    <a:pt x="1553210" y="337820"/>
                    <a:pt x="1579880" y="345440"/>
                  </a:cubicBezTo>
                  <a:cubicBezTo>
                    <a:pt x="1606550" y="353060"/>
                    <a:pt x="1630680" y="358140"/>
                    <a:pt x="1657350" y="367030"/>
                  </a:cubicBezTo>
                  <a:cubicBezTo>
                    <a:pt x="1687830" y="378460"/>
                    <a:pt x="1727200" y="397510"/>
                    <a:pt x="1751330" y="411480"/>
                  </a:cubicBezTo>
                  <a:cubicBezTo>
                    <a:pt x="1765300" y="419100"/>
                    <a:pt x="1783080" y="436880"/>
                    <a:pt x="1785620" y="434340"/>
                  </a:cubicBezTo>
                  <a:cubicBezTo>
                    <a:pt x="1788160" y="433070"/>
                    <a:pt x="1784350" y="421640"/>
                    <a:pt x="1780540" y="412750"/>
                  </a:cubicBezTo>
                  <a:cubicBezTo>
                    <a:pt x="1774190" y="393700"/>
                    <a:pt x="1758950" y="354330"/>
                    <a:pt x="1742440" y="330200"/>
                  </a:cubicBezTo>
                  <a:cubicBezTo>
                    <a:pt x="1725930" y="306070"/>
                    <a:pt x="1705610" y="285750"/>
                    <a:pt x="1682750" y="265430"/>
                  </a:cubicBezTo>
                  <a:cubicBezTo>
                    <a:pt x="1657350" y="245110"/>
                    <a:pt x="1623060" y="228600"/>
                    <a:pt x="1593850" y="210820"/>
                  </a:cubicBezTo>
                  <a:cubicBezTo>
                    <a:pt x="1567180" y="191770"/>
                    <a:pt x="1541780" y="161290"/>
                    <a:pt x="1513840" y="156210"/>
                  </a:cubicBezTo>
                  <a:cubicBezTo>
                    <a:pt x="1487170" y="152400"/>
                    <a:pt x="1457960" y="167640"/>
                    <a:pt x="1430020" y="179070"/>
                  </a:cubicBezTo>
                  <a:cubicBezTo>
                    <a:pt x="1399540" y="193040"/>
                    <a:pt x="1367790" y="215900"/>
                    <a:pt x="1339850" y="233680"/>
                  </a:cubicBezTo>
                  <a:cubicBezTo>
                    <a:pt x="1314450" y="248920"/>
                    <a:pt x="1289050" y="266700"/>
                    <a:pt x="1270000" y="279400"/>
                  </a:cubicBezTo>
                  <a:cubicBezTo>
                    <a:pt x="1257300" y="289560"/>
                    <a:pt x="1236980" y="303530"/>
                    <a:pt x="1236980" y="303530"/>
                  </a:cubicBezTo>
                  <a:moveTo>
                    <a:pt x="1612900" y="970280"/>
                  </a:moveTo>
                  <a:cubicBezTo>
                    <a:pt x="1634490" y="955040"/>
                    <a:pt x="1692910" y="901700"/>
                    <a:pt x="1703070" y="890270"/>
                  </a:cubicBezTo>
                  <a:cubicBezTo>
                    <a:pt x="1706880" y="886460"/>
                    <a:pt x="1709420" y="882650"/>
                    <a:pt x="1708150" y="882650"/>
                  </a:cubicBezTo>
                  <a:cubicBezTo>
                    <a:pt x="1708150" y="882650"/>
                    <a:pt x="1700530" y="889000"/>
                    <a:pt x="1694180" y="895350"/>
                  </a:cubicBezTo>
                  <a:cubicBezTo>
                    <a:pt x="1680210" y="909320"/>
                    <a:pt x="1638300" y="949960"/>
                    <a:pt x="1624330" y="961390"/>
                  </a:cubicBezTo>
                  <a:cubicBezTo>
                    <a:pt x="1619250" y="965200"/>
                    <a:pt x="1612900" y="970280"/>
                    <a:pt x="1612900" y="970280"/>
                  </a:cubicBezTo>
                </a:path>
              </a:pathLst>
            </a:custGeom>
            <a:solidFill>
              <a:srgbClr val="FFFFFF"/>
            </a:solidFill>
            <a:ln cap="sq">
              <a:noFill/>
              <a:prstDash val="solid"/>
              <a:miter/>
            </a:ln>
          </p:spPr>
        </p:sp>
      </p:grpSp>
      <p:grpSp>
        <p:nvGrpSpPr>
          <p:cNvPr id="16" name="Group 16"/>
          <p:cNvGrpSpPr/>
          <p:nvPr/>
        </p:nvGrpSpPr>
        <p:grpSpPr>
          <a:xfrm>
            <a:off x="10758488" y="-103823"/>
            <a:ext cx="1594485" cy="845820"/>
            <a:chOff x="0" y="0"/>
            <a:chExt cx="2125980" cy="1127760"/>
          </a:xfrm>
        </p:grpSpPr>
        <p:sp>
          <p:nvSpPr>
            <p:cNvPr id="17" name="Freeform 17"/>
            <p:cNvSpPr/>
            <p:nvPr/>
          </p:nvSpPr>
          <p:spPr>
            <a:xfrm>
              <a:off x="45720" y="48260"/>
              <a:ext cx="2029460" cy="1029970"/>
            </a:xfrm>
            <a:custGeom>
              <a:avLst/>
              <a:gdLst/>
              <a:ahLst/>
              <a:cxnLst/>
              <a:rect l="l" t="t" r="r" b="b"/>
              <a:pathLst>
                <a:path w="2029460" h="1029970">
                  <a:moveTo>
                    <a:pt x="5080" y="363220"/>
                  </a:moveTo>
                  <a:cubicBezTo>
                    <a:pt x="67310" y="219710"/>
                    <a:pt x="107950" y="182880"/>
                    <a:pt x="129540" y="170180"/>
                  </a:cubicBezTo>
                  <a:cubicBezTo>
                    <a:pt x="139700" y="165100"/>
                    <a:pt x="148590" y="168910"/>
                    <a:pt x="154940" y="162560"/>
                  </a:cubicBezTo>
                  <a:cubicBezTo>
                    <a:pt x="162560" y="154940"/>
                    <a:pt x="154940" y="133350"/>
                    <a:pt x="165100" y="123190"/>
                  </a:cubicBezTo>
                  <a:cubicBezTo>
                    <a:pt x="181610" y="107950"/>
                    <a:pt x="234950" y="104140"/>
                    <a:pt x="267970" y="100330"/>
                  </a:cubicBezTo>
                  <a:cubicBezTo>
                    <a:pt x="295910" y="97790"/>
                    <a:pt x="322580" y="100330"/>
                    <a:pt x="349250" y="101600"/>
                  </a:cubicBezTo>
                  <a:cubicBezTo>
                    <a:pt x="374650" y="101600"/>
                    <a:pt x="401320" y="104140"/>
                    <a:pt x="427990" y="106680"/>
                  </a:cubicBezTo>
                  <a:cubicBezTo>
                    <a:pt x="453390" y="110490"/>
                    <a:pt x="491490" y="119380"/>
                    <a:pt x="501650" y="119380"/>
                  </a:cubicBezTo>
                  <a:cubicBezTo>
                    <a:pt x="505460" y="120650"/>
                    <a:pt x="504190" y="119380"/>
                    <a:pt x="508000" y="119380"/>
                  </a:cubicBezTo>
                  <a:cubicBezTo>
                    <a:pt x="519430" y="119380"/>
                    <a:pt x="566420" y="119380"/>
                    <a:pt x="595630" y="119380"/>
                  </a:cubicBezTo>
                  <a:cubicBezTo>
                    <a:pt x="622300" y="119380"/>
                    <a:pt x="646430" y="118110"/>
                    <a:pt x="675640" y="119380"/>
                  </a:cubicBezTo>
                  <a:cubicBezTo>
                    <a:pt x="711200" y="121920"/>
                    <a:pt x="768350" y="133350"/>
                    <a:pt x="793750" y="135890"/>
                  </a:cubicBezTo>
                  <a:cubicBezTo>
                    <a:pt x="803910" y="137160"/>
                    <a:pt x="814070" y="138430"/>
                    <a:pt x="816610" y="137160"/>
                  </a:cubicBezTo>
                  <a:cubicBezTo>
                    <a:pt x="817880" y="137160"/>
                    <a:pt x="816610" y="137160"/>
                    <a:pt x="817880" y="137160"/>
                  </a:cubicBezTo>
                  <a:cubicBezTo>
                    <a:pt x="819150" y="135890"/>
                    <a:pt x="826770" y="130810"/>
                    <a:pt x="826770" y="130810"/>
                  </a:cubicBezTo>
                  <a:cubicBezTo>
                    <a:pt x="826770" y="130810"/>
                    <a:pt x="833120" y="129540"/>
                    <a:pt x="836930" y="128270"/>
                  </a:cubicBezTo>
                  <a:cubicBezTo>
                    <a:pt x="839470" y="127000"/>
                    <a:pt x="845820" y="124460"/>
                    <a:pt x="845820" y="124460"/>
                  </a:cubicBezTo>
                  <a:cubicBezTo>
                    <a:pt x="847090" y="124460"/>
                    <a:pt x="853440" y="124460"/>
                    <a:pt x="857250" y="123190"/>
                  </a:cubicBezTo>
                  <a:cubicBezTo>
                    <a:pt x="859790" y="123190"/>
                    <a:pt x="867410" y="123190"/>
                    <a:pt x="867410" y="123190"/>
                  </a:cubicBezTo>
                  <a:cubicBezTo>
                    <a:pt x="867410" y="123190"/>
                    <a:pt x="963930" y="123190"/>
                    <a:pt x="990600" y="123190"/>
                  </a:cubicBezTo>
                  <a:cubicBezTo>
                    <a:pt x="1004570" y="123190"/>
                    <a:pt x="1018540" y="124460"/>
                    <a:pt x="1019810" y="123190"/>
                  </a:cubicBezTo>
                  <a:cubicBezTo>
                    <a:pt x="1021080" y="121920"/>
                    <a:pt x="1019810" y="120650"/>
                    <a:pt x="1019810" y="120650"/>
                  </a:cubicBezTo>
                  <a:cubicBezTo>
                    <a:pt x="1018540" y="120650"/>
                    <a:pt x="1017270" y="114300"/>
                    <a:pt x="1017270" y="110490"/>
                  </a:cubicBezTo>
                  <a:cubicBezTo>
                    <a:pt x="1016000" y="107950"/>
                    <a:pt x="1014730" y="100330"/>
                    <a:pt x="1014730" y="100330"/>
                  </a:cubicBezTo>
                  <a:cubicBezTo>
                    <a:pt x="1014730" y="100330"/>
                    <a:pt x="1014730" y="93980"/>
                    <a:pt x="1014730" y="90170"/>
                  </a:cubicBezTo>
                  <a:cubicBezTo>
                    <a:pt x="1014730" y="86360"/>
                    <a:pt x="1014730" y="80010"/>
                    <a:pt x="1014730" y="78740"/>
                  </a:cubicBezTo>
                  <a:cubicBezTo>
                    <a:pt x="1014730" y="78740"/>
                    <a:pt x="1016000" y="72390"/>
                    <a:pt x="1017270" y="68580"/>
                  </a:cubicBezTo>
                  <a:cubicBezTo>
                    <a:pt x="1017270" y="66040"/>
                    <a:pt x="1019810" y="58420"/>
                    <a:pt x="1019810" y="58420"/>
                  </a:cubicBezTo>
                  <a:cubicBezTo>
                    <a:pt x="1019810" y="58420"/>
                    <a:pt x="1022350" y="52070"/>
                    <a:pt x="1024890" y="49530"/>
                  </a:cubicBezTo>
                  <a:cubicBezTo>
                    <a:pt x="1026160" y="45720"/>
                    <a:pt x="1028700" y="40640"/>
                    <a:pt x="1028700" y="40640"/>
                  </a:cubicBezTo>
                  <a:cubicBezTo>
                    <a:pt x="1029970" y="39370"/>
                    <a:pt x="1033780" y="34290"/>
                    <a:pt x="1036320" y="31750"/>
                  </a:cubicBezTo>
                  <a:cubicBezTo>
                    <a:pt x="1038860" y="29210"/>
                    <a:pt x="1043940" y="24130"/>
                    <a:pt x="1043940" y="24130"/>
                  </a:cubicBezTo>
                  <a:cubicBezTo>
                    <a:pt x="1043940" y="24130"/>
                    <a:pt x="1049020" y="20320"/>
                    <a:pt x="1051560" y="17780"/>
                  </a:cubicBezTo>
                  <a:cubicBezTo>
                    <a:pt x="1055370" y="16510"/>
                    <a:pt x="1060450" y="12700"/>
                    <a:pt x="1060450" y="12700"/>
                  </a:cubicBezTo>
                  <a:cubicBezTo>
                    <a:pt x="1060450" y="12700"/>
                    <a:pt x="1068070" y="10160"/>
                    <a:pt x="1070610" y="8890"/>
                  </a:cubicBezTo>
                  <a:cubicBezTo>
                    <a:pt x="1074420" y="7620"/>
                    <a:pt x="1080770" y="5080"/>
                    <a:pt x="1080770" y="5080"/>
                  </a:cubicBezTo>
                  <a:cubicBezTo>
                    <a:pt x="1080770" y="5080"/>
                    <a:pt x="1087120" y="3810"/>
                    <a:pt x="1090930" y="3810"/>
                  </a:cubicBezTo>
                  <a:cubicBezTo>
                    <a:pt x="1094740" y="3810"/>
                    <a:pt x="1101090" y="2540"/>
                    <a:pt x="1101090" y="2540"/>
                  </a:cubicBezTo>
                  <a:cubicBezTo>
                    <a:pt x="1102360" y="2540"/>
                    <a:pt x="1156970" y="0"/>
                    <a:pt x="1184910" y="3810"/>
                  </a:cubicBezTo>
                  <a:cubicBezTo>
                    <a:pt x="1214120" y="7620"/>
                    <a:pt x="1245870" y="17780"/>
                    <a:pt x="1275080" y="25400"/>
                  </a:cubicBezTo>
                  <a:cubicBezTo>
                    <a:pt x="1301750" y="31750"/>
                    <a:pt x="1327150" y="39370"/>
                    <a:pt x="1353820" y="45720"/>
                  </a:cubicBezTo>
                  <a:cubicBezTo>
                    <a:pt x="1380490" y="53340"/>
                    <a:pt x="1422400" y="63500"/>
                    <a:pt x="1433830" y="67310"/>
                  </a:cubicBezTo>
                  <a:cubicBezTo>
                    <a:pt x="1436370" y="68580"/>
                    <a:pt x="1437640" y="69850"/>
                    <a:pt x="1438910" y="69850"/>
                  </a:cubicBezTo>
                  <a:cubicBezTo>
                    <a:pt x="1442720" y="68580"/>
                    <a:pt x="1445260" y="63500"/>
                    <a:pt x="1452880" y="59690"/>
                  </a:cubicBezTo>
                  <a:cubicBezTo>
                    <a:pt x="1468120" y="50800"/>
                    <a:pt x="1504950" y="35560"/>
                    <a:pt x="1532890" y="29210"/>
                  </a:cubicBezTo>
                  <a:cubicBezTo>
                    <a:pt x="1563370" y="22860"/>
                    <a:pt x="1598930" y="19050"/>
                    <a:pt x="1626870" y="24130"/>
                  </a:cubicBezTo>
                  <a:cubicBezTo>
                    <a:pt x="1653540" y="30480"/>
                    <a:pt x="1682750" y="43180"/>
                    <a:pt x="1700530" y="60960"/>
                  </a:cubicBezTo>
                  <a:cubicBezTo>
                    <a:pt x="1717040" y="77470"/>
                    <a:pt x="1729740" y="125730"/>
                    <a:pt x="1731010" y="125730"/>
                  </a:cubicBezTo>
                  <a:cubicBezTo>
                    <a:pt x="1732280" y="125730"/>
                    <a:pt x="1784350" y="125730"/>
                    <a:pt x="1811020" y="125730"/>
                  </a:cubicBezTo>
                  <a:cubicBezTo>
                    <a:pt x="1841500" y="125730"/>
                    <a:pt x="1873250" y="119380"/>
                    <a:pt x="1902460" y="125730"/>
                  </a:cubicBezTo>
                  <a:cubicBezTo>
                    <a:pt x="1934210" y="130810"/>
                    <a:pt x="1974850" y="137160"/>
                    <a:pt x="1995170" y="160020"/>
                  </a:cubicBezTo>
                  <a:cubicBezTo>
                    <a:pt x="2019300" y="186690"/>
                    <a:pt x="2029460" y="245110"/>
                    <a:pt x="2028190" y="284480"/>
                  </a:cubicBezTo>
                  <a:cubicBezTo>
                    <a:pt x="2026920" y="320040"/>
                    <a:pt x="2006600" y="354330"/>
                    <a:pt x="1993900" y="388620"/>
                  </a:cubicBezTo>
                  <a:cubicBezTo>
                    <a:pt x="1982470" y="421640"/>
                    <a:pt x="1967230" y="454660"/>
                    <a:pt x="1953260" y="487680"/>
                  </a:cubicBezTo>
                  <a:cubicBezTo>
                    <a:pt x="1939290" y="519430"/>
                    <a:pt x="1925320" y="548640"/>
                    <a:pt x="1912620" y="582930"/>
                  </a:cubicBezTo>
                  <a:cubicBezTo>
                    <a:pt x="1898650" y="619760"/>
                    <a:pt x="1882140" y="661670"/>
                    <a:pt x="1871980" y="699770"/>
                  </a:cubicBezTo>
                  <a:cubicBezTo>
                    <a:pt x="1863090" y="735330"/>
                    <a:pt x="1859280" y="768350"/>
                    <a:pt x="1852930" y="802640"/>
                  </a:cubicBezTo>
                  <a:cubicBezTo>
                    <a:pt x="1845310" y="836930"/>
                    <a:pt x="1841500" y="873760"/>
                    <a:pt x="1828800" y="906780"/>
                  </a:cubicBezTo>
                  <a:cubicBezTo>
                    <a:pt x="1817370" y="941070"/>
                    <a:pt x="1804670" y="984250"/>
                    <a:pt x="1779270" y="1003300"/>
                  </a:cubicBezTo>
                  <a:cubicBezTo>
                    <a:pt x="1756410" y="1022350"/>
                    <a:pt x="1718310" y="1022350"/>
                    <a:pt x="1689100" y="1026160"/>
                  </a:cubicBezTo>
                  <a:cubicBezTo>
                    <a:pt x="1662430" y="1029970"/>
                    <a:pt x="1640840" y="1028700"/>
                    <a:pt x="1611630" y="1027430"/>
                  </a:cubicBezTo>
                  <a:cubicBezTo>
                    <a:pt x="1573530" y="1026160"/>
                    <a:pt x="1517650" y="1021080"/>
                    <a:pt x="1478280" y="1013460"/>
                  </a:cubicBezTo>
                  <a:cubicBezTo>
                    <a:pt x="1446530" y="1008380"/>
                    <a:pt x="1422400" y="1000760"/>
                    <a:pt x="1393190" y="991870"/>
                  </a:cubicBezTo>
                  <a:cubicBezTo>
                    <a:pt x="1360170" y="980440"/>
                    <a:pt x="1320800" y="967740"/>
                    <a:pt x="1289050" y="951230"/>
                  </a:cubicBezTo>
                  <a:cubicBezTo>
                    <a:pt x="1258570" y="935990"/>
                    <a:pt x="1225550" y="923290"/>
                    <a:pt x="1203960" y="899160"/>
                  </a:cubicBezTo>
                  <a:cubicBezTo>
                    <a:pt x="1183640" y="877570"/>
                    <a:pt x="1173480" y="842010"/>
                    <a:pt x="1164590" y="815340"/>
                  </a:cubicBezTo>
                  <a:cubicBezTo>
                    <a:pt x="1158240" y="793750"/>
                    <a:pt x="1165860" y="760730"/>
                    <a:pt x="1153160" y="750570"/>
                  </a:cubicBezTo>
                  <a:cubicBezTo>
                    <a:pt x="1141730" y="740410"/>
                    <a:pt x="1115060" y="750570"/>
                    <a:pt x="1092200" y="750570"/>
                  </a:cubicBezTo>
                  <a:cubicBezTo>
                    <a:pt x="1062990" y="750570"/>
                    <a:pt x="1024890" y="751840"/>
                    <a:pt x="990600" y="751840"/>
                  </a:cubicBezTo>
                  <a:cubicBezTo>
                    <a:pt x="955040" y="751840"/>
                    <a:pt x="916940" y="751840"/>
                    <a:pt x="882650" y="751840"/>
                  </a:cubicBezTo>
                  <a:cubicBezTo>
                    <a:pt x="850900" y="751840"/>
                    <a:pt x="820420" y="754380"/>
                    <a:pt x="791210" y="750570"/>
                  </a:cubicBezTo>
                  <a:cubicBezTo>
                    <a:pt x="762000" y="748030"/>
                    <a:pt x="736600" y="739140"/>
                    <a:pt x="708660" y="734060"/>
                  </a:cubicBezTo>
                  <a:cubicBezTo>
                    <a:pt x="678180" y="726440"/>
                    <a:pt x="645160" y="716280"/>
                    <a:pt x="614680" y="712470"/>
                  </a:cubicBezTo>
                  <a:cubicBezTo>
                    <a:pt x="588010" y="709930"/>
                    <a:pt x="563880" y="713740"/>
                    <a:pt x="535940" y="713740"/>
                  </a:cubicBezTo>
                  <a:cubicBezTo>
                    <a:pt x="502920" y="713740"/>
                    <a:pt x="426720" y="713740"/>
                    <a:pt x="426720" y="713740"/>
                  </a:cubicBezTo>
                  <a:cubicBezTo>
                    <a:pt x="426720" y="713740"/>
                    <a:pt x="419100" y="712470"/>
                    <a:pt x="416560" y="712470"/>
                  </a:cubicBezTo>
                  <a:cubicBezTo>
                    <a:pt x="412750" y="712470"/>
                    <a:pt x="405130" y="711200"/>
                    <a:pt x="405130" y="711200"/>
                  </a:cubicBezTo>
                  <a:cubicBezTo>
                    <a:pt x="405130" y="711200"/>
                    <a:pt x="398780" y="708660"/>
                    <a:pt x="396240" y="707390"/>
                  </a:cubicBezTo>
                  <a:cubicBezTo>
                    <a:pt x="392430" y="706120"/>
                    <a:pt x="386080" y="703580"/>
                    <a:pt x="386080" y="703580"/>
                  </a:cubicBezTo>
                  <a:cubicBezTo>
                    <a:pt x="386080" y="703580"/>
                    <a:pt x="379730" y="699770"/>
                    <a:pt x="377190" y="697230"/>
                  </a:cubicBezTo>
                  <a:cubicBezTo>
                    <a:pt x="374650" y="695960"/>
                    <a:pt x="368300" y="692150"/>
                    <a:pt x="368300" y="692150"/>
                  </a:cubicBezTo>
                  <a:cubicBezTo>
                    <a:pt x="368300" y="692150"/>
                    <a:pt x="363220" y="687070"/>
                    <a:pt x="360680" y="684530"/>
                  </a:cubicBezTo>
                  <a:cubicBezTo>
                    <a:pt x="359410" y="680720"/>
                    <a:pt x="354330" y="675640"/>
                    <a:pt x="354330" y="675640"/>
                  </a:cubicBezTo>
                  <a:cubicBezTo>
                    <a:pt x="354330" y="675640"/>
                    <a:pt x="350520" y="669290"/>
                    <a:pt x="349250" y="666750"/>
                  </a:cubicBezTo>
                  <a:cubicBezTo>
                    <a:pt x="347980" y="662940"/>
                    <a:pt x="344170" y="657860"/>
                    <a:pt x="344170" y="657860"/>
                  </a:cubicBezTo>
                  <a:cubicBezTo>
                    <a:pt x="344170" y="656590"/>
                    <a:pt x="342900" y="650240"/>
                    <a:pt x="341630" y="646430"/>
                  </a:cubicBezTo>
                  <a:cubicBezTo>
                    <a:pt x="341630" y="643890"/>
                    <a:pt x="339090" y="636270"/>
                    <a:pt x="339090" y="636270"/>
                  </a:cubicBezTo>
                  <a:cubicBezTo>
                    <a:pt x="339090" y="636270"/>
                    <a:pt x="340360" y="635000"/>
                    <a:pt x="339090" y="635000"/>
                  </a:cubicBezTo>
                  <a:cubicBezTo>
                    <a:pt x="336550" y="632460"/>
                    <a:pt x="313690" y="635000"/>
                    <a:pt x="297180" y="635000"/>
                  </a:cubicBezTo>
                  <a:cubicBezTo>
                    <a:pt x="274320" y="635000"/>
                    <a:pt x="246380" y="640080"/>
                    <a:pt x="217170" y="635000"/>
                  </a:cubicBezTo>
                  <a:cubicBezTo>
                    <a:pt x="181610" y="628650"/>
                    <a:pt x="129540" y="614680"/>
                    <a:pt x="99060" y="595630"/>
                  </a:cubicBezTo>
                  <a:cubicBezTo>
                    <a:pt x="74930" y="580390"/>
                    <a:pt x="59690" y="561340"/>
                    <a:pt x="45720" y="538480"/>
                  </a:cubicBezTo>
                  <a:cubicBezTo>
                    <a:pt x="27940" y="511810"/>
                    <a:pt x="12700" y="476250"/>
                    <a:pt x="6350" y="445770"/>
                  </a:cubicBezTo>
                  <a:cubicBezTo>
                    <a:pt x="0" y="417830"/>
                    <a:pt x="5080" y="363220"/>
                    <a:pt x="5080" y="363220"/>
                  </a:cubicBezTo>
                  <a:moveTo>
                    <a:pt x="203200" y="340360"/>
                  </a:moveTo>
                  <a:cubicBezTo>
                    <a:pt x="208280" y="340360"/>
                    <a:pt x="208280" y="340360"/>
                    <a:pt x="208280" y="340360"/>
                  </a:cubicBezTo>
                  <a:cubicBezTo>
                    <a:pt x="208280" y="340360"/>
                    <a:pt x="227330" y="340360"/>
                    <a:pt x="227330" y="340360"/>
                  </a:cubicBezTo>
                  <a:cubicBezTo>
                    <a:pt x="227330" y="339090"/>
                    <a:pt x="209550" y="332740"/>
                    <a:pt x="205740" y="334010"/>
                  </a:cubicBezTo>
                  <a:cubicBezTo>
                    <a:pt x="204470" y="335280"/>
                    <a:pt x="203200" y="340360"/>
                    <a:pt x="203200" y="340360"/>
                  </a:cubicBezTo>
                  <a:moveTo>
                    <a:pt x="984250" y="337820"/>
                  </a:moveTo>
                  <a:cubicBezTo>
                    <a:pt x="986790" y="340360"/>
                    <a:pt x="986790" y="340360"/>
                    <a:pt x="986790" y="340360"/>
                  </a:cubicBezTo>
                  <a:cubicBezTo>
                    <a:pt x="986790" y="341630"/>
                    <a:pt x="989330" y="346710"/>
                    <a:pt x="991870" y="350520"/>
                  </a:cubicBezTo>
                  <a:cubicBezTo>
                    <a:pt x="993140" y="353060"/>
                    <a:pt x="995680" y="359410"/>
                    <a:pt x="995680" y="359410"/>
                  </a:cubicBezTo>
                  <a:cubicBezTo>
                    <a:pt x="995680" y="360680"/>
                    <a:pt x="995680" y="360680"/>
                    <a:pt x="995680" y="360680"/>
                  </a:cubicBezTo>
                  <a:cubicBezTo>
                    <a:pt x="995680" y="360680"/>
                    <a:pt x="995680" y="364490"/>
                    <a:pt x="996950" y="365760"/>
                  </a:cubicBezTo>
                  <a:cubicBezTo>
                    <a:pt x="998220" y="365760"/>
                    <a:pt x="998220" y="365760"/>
                    <a:pt x="999490" y="365760"/>
                  </a:cubicBezTo>
                  <a:cubicBezTo>
                    <a:pt x="1009650" y="365760"/>
                    <a:pt x="1069340" y="360680"/>
                    <a:pt x="1106170" y="356870"/>
                  </a:cubicBezTo>
                  <a:cubicBezTo>
                    <a:pt x="1144270" y="351790"/>
                    <a:pt x="1205230" y="341630"/>
                    <a:pt x="1223010" y="339090"/>
                  </a:cubicBezTo>
                  <a:cubicBezTo>
                    <a:pt x="1228090" y="339090"/>
                    <a:pt x="1231900" y="339090"/>
                    <a:pt x="1233170" y="337820"/>
                  </a:cubicBezTo>
                  <a:cubicBezTo>
                    <a:pt x="1234440" y="337820"/>
                    <a:pt x="1235710" y="335280"/>
                    <a:pt x="1235710" y="334010"/>
                  </a:cubicBezTo>
                  <a:cubicBezTo>
                    <a:pt x="1235710" y="334010"/>
                    <a:pt x="1234440" y="334010"/>
                    <a:pt x="1234440" y="334010"/>
                  </a:cubicBezTo>
                  <a:cubicBezTo>
                    <a:pt x="1231900" y="334010"/>
                    <a:pt x="1220470" y="334010"/>
                    <a:pt x="1216660" y="334010"/>
                  </a:cubicBezTo>
                  <a:cubicBezTo>
                    <a:pt x="1214120" y="335280"/>
                    <a:pt x="1211580" y="335280"/>
                    <a:pt x="1211580" y="335280"/>
                  </a:cubicBezTo>
                  <a:cubicBezTo>
                    <a:pt x="1211580" y="336550"/>
                    <a:pt x="1205230" y="336550"/>
                    <a:pt x="1201420" y="336550"/>
                  </a:cubicBezTo>
                  <a:cubicBezTo>
                    <a:pt x="1197610" y="337820"/>
                    <a:pt x="1191260" y="337820"/>
                    <a:pt x="1189990" y="337820"/>
                  </a:cubicBezTo>
                  <a:cubicBezTo>
                    <a:pt x="1189990" y="337820"/>
                    <a:pt x="1123950" y="337820"/>
                    <a:pt x="1093470" y="337820"/>
                  </a:cubicBezTo>
                  <a:cubicBezTo>
                    <a:pt x="1065530" y="337820"/>
                    <a:pt x="1036320" y="337820"/>
                    <a:pt x="1016000" y="337820"/>
                  </a:cubicBezTo>
                  <a:cubicBezTo>
                    <a:pt x="1003300" y="337820"/>
                    <a:pt x="984250" y="337820"/>
                    <a:pt x="984250" y="337820"/>
                  </a:cubicBezTo>
                  <a:moveTo>
                    <a:pt x="1315720" y="742950"/>
                  </a:moveTo>
                  <a:cubicBezTo>
                    <a:pt x="1327150" y="791210"/>
                    <a:pt x="1361440" y="805180"/>
                    <a:pt x="1385570" y="814070"/>
                  </a:cubicBezTo>
                  <a:cubicBezTo>
                    <a:pt x="1407160" y="822960"/>
                    <a:pt x="1449070" y="839470"/>
                    <a:pt x="1455420" y="831850"/>
                  </a:cubicBezTo>
                  <a:cubicBezTo>
                    <a:pt x="1460500" y="824230"/>
                    <a:pt x="1409700" y="773430"/>
                    <a:pt x="1403350" y="753110"/>
                  </a:cubicBezTo>
                  <a:cubicBezTo>
                    <a:pt x="1400810" y="744220"/>
                    <a:pt x="1407160" y="732790"/>
                    <a:pt x="1404620" y="730250"/>
                  </a:cubicBezTo>
                  <a:cubicBezTo>
                    <a:pt x="1402080" y="727710"/>
                    <a:pt x="1399540" y="730250"/>
                    <a:pt x="1395730" y="730250"/>
                  </a:cubicBezTo>
                  <a:cubicBezTo>
                    <a:pt x="1381760" y="731520"/>
                    <a:pt x="1315720" y="742950"/>
                    <a:pt x="1315720" y="742950"/>
                  </a:cubicBezTo>
                  <a:moveTo>
                    <a:pt x="1413510" y="508000"/>
                  </a:moveTo>
                  <a:cubicBezTo>
                    <a:pt x="1423670" y="510540"/>
                    <a:pt x="1459230" y="520700"/>
                    <a:pt x="1468120" y="515620"/>
                  </a:cubicBezTo>
                  <a:cubicBezTo>
                    <a:pt x="1473200" y="511810"/>
                    <a:pt x="1477010" y="497840"/>
                    <a:pt x="1474470" y="495300"/>
                  </a:cubicBezTo>
                  <a:cubicBezTo>
                    <a:pt x="1473200" y="494030"/>
                    <a:pt x="1470660" y="495300"/>
                    <a:pt x="1468120" y="496570"/>
                  </a:cubicBezTo>
                  <a:cubicBezTo>
                    <a:pt x="1457960" y="497840"/>
                    <a:pt x="1413510" y="508000"/>
                    <a:pt x="1413510" y="508000"/>
                  </a:cubicBezTo>
                  <a:moveTo>
                    <a:pt x="1590040" y="716280"/>
                  </a:moveTo>
                  <a:cubicBezTo>
                    <a:pt x="1645920" y="777240"/>
                    <a:pt x="1682750" y="778510"/>
                    <a:pt x="1690370" y="773430"/>
                  </a:cubicBezTo>
                  <a:cubicBezTo>
                    <a:pt x="1694180" y="770890"/>
                    <a:pt x="1691640" y="765810"/>
                    <a:pt x="1692910" y="762000"/>
                  </a:cubicBezTo>
                  <a:cubicBezTo>
                    <a:pt x="1694180" y="754380"/>
                    <a:pt x="1700530" y="731520"/>
                    <a:pt x="1699260" y="728980"/>
                  </a:cubicBezTo>
                  <a:cubicBezTo>
                    <a:pt x="1699260" y="728980"/>
                    <a:pt x="1699260" y="728980"/>
                    <a:pt x="1697990" y="728980"/>
                  </a:cubicBezTo>
                  <a:cubicBezTo>
                    <a:pt x="1694180" y="728980"/>
                    <a:pt x="1663700" y="726440"/>
                    <a:pt x="1647190" y="723900"/>
                  </a:cubicBezTo>
                  <a:cubicBezTo>
                    <a:pt x="1634490" y="722630"/>
                    <a:pt x="1621790" y="720090"/>
                    <a:pt x="1611630" y="718820"/>
                  </a:cubicBezTo>
                  <a:cubicBezTo>
                    <a:pt x="1604010" y="717550"/>
                    <a:pt x="1590040" y="716280"/>
                    <a:pt x="1590040" y="716280"/>
                  </a:cubicBezTo>
                  <a:moveTo>
                    <a:pt x="1635760" y="544830"/>
                  </a:moveTo>
                  <a:cubicBezTo>
                    <a:pt x="1720850" y="562610"/>
                    <a:pt x="1722120" y="562610"/>
                    <a:pt x="1725930" y="563880"/>
                  </a:cubicBezTo>
                  <a:cubicBezTo>
                    <a:pt x="1729740" y="563880"/>
                    <a:pt x="1736090" y="565150"/>
                    <a:pt x="1736090" y="565150"/>
                  </a:cubicBezTo>
                  <a:cubicBezTo>
                    <a:pt x="1736090" y="565150"/>
                    <a:pt x="1739900" y="570230"/>
                    <a:pt x="1742440" y="568960"/>
                  </a:cubicBezTo>
                  <a:cubicBezTo>
                    <a:pt x="1746250" y="567690"/>
                    <a:pt x="1747520" y="554990"/>
                    <a:pt x="1750060" y="544830"/>
                  </a:cubicBezTo>
                  <a:cubicBezTo>
                    <a:pt x="1756410" y="525780"/>
                    <a:pt x="1761490" y="492760"/>
                    <a:pt x="1771650" y="466090"/>
                  </a:cubicBezTo>
                  <a:cubicBezTo>
                    <a:pt x="1783080" y="435610"/>
                    <a:pt x="1804670" y="405130"/>
                    <a:pt x="1818640" y="375920"/>
                  </a:cubicBezTo>
                  <a:cubicBezTo>
                    <a:pt x="1831340" y="347980"/>
                    <a:pt x="1860550" y="306070"/>
                    <a:pt x="1851660" y="293370"/>
                  </a:cubicBezTo>
                  <a:cubicBezTo>
                    <a:pt x="1842770" y="280670"/>
                    <a:pt x="1794510" y="292100"/>
                    <a:pt x="1771650" y="292100"/>
                  </a:cubicBezTo>
                  <a:cubicBezTo>
                    <a:pt x="1755140" y="292100"/>
                    <a:pt x="1737360" y="284480"/>
                    <a:pt x="1727200" y="292100"/>
                  </a:cubicBezTo>
                  <a:cubicBezTo>
                    <a:pt x="1715770" y="302260"/>
                    <a:pt x="1722120" y="332740"/>
                    <a:pt x="1714500" y="353060"/>
                  </a:cubicBezTo>
                  <a:cubicBezTo>
                    <a:pt x="1706880" y="375920"/>
                    <a:pt x="1686560" y="394970"/>
                    <a:pt x="1676400" y="419100"/>
                  </a:cubicBezTo>
                  <a:cubicBezTo>
                    <a:pt x="1666240" y="444500"/>
                    <a:pt x="1662430" y="480060"/>
                    <a:pt x="1654810" y="502920"/>
                  </a:cubicBezTo>
                  <a:cubicBezTo>
                    <a:pt x="1648460" y="519430"/>
                    <a:pt x="1635760" y="544830"/>
                    <a:pt x="1635760" y="544830"/>
                  </a:cubicBezTo>
                </a:path>
              </a:pathLst>
            </a:custGeom>
            <a:solidFill>
              <a:srgbClr val="FFFFFF"/>
            </a:solidFill>
            <a:ln cap="sq">
              <a:noFill/>
              <a:prstDash val="solid"/>
              <a:miter/>
            </a:ln>
          </p:spPr>
        </p:sp>
      </p:grpSp>
      <p:grpSp>
        <p:nvGrpSpPr>
          <p:cNvPr id="18" name="Group 18"/>
          <p:cNvGrpSpPr/>
          <p:nvPr/>
        </p:nvGrpSpPr>
        <p:grpSpPr>
          <a:xfrm>
            <a:off x="10684193" y="-224790"/>
            <a:ext cx="1482090" cy="791528"/>
            <a:chOff x="0" y="0"/>
            <a:chExt cx="1976120" cy="1055370"/>
          </a:xfrm>
        </p:grpSpPr>
        <p:sp>
          <p:nvSpPr>
            <p:cNvPr id="19" name="Freeform 19"/>
            <p:cNvSpPr/>
            <p:nvPr/>
          </p:nvSpPr>
          <p:spPr>
            <a:xfrm>
              <a:off x="43180" y="46990"/>
              <a:ext cx="1883410" cy="947420"/>
            </a:xfrm>
            <a:custGeom>
              <a:avLst/>
              <a:gdLst/>
              <a:ahLst/>
              <a:cxnLst/>
              <a:rect l="l" t="t" r="r" b="b"/>
              <a:pathLst>
                <a:path w="1883410" h="947420">
                  <a:moveTo>
                    <a:pt x="1803400" y="946150"/>
                  </a:moveTo>
                  <a:cubicBezTo>
                    <a:pt x="328930" y="947420"/>
                    <a:pt x="316230" y="933450"/>
                    <a:pt x="276860" y="915670"/>
                  </a:cubicBezTo>
                  <a:cubicBezTo>
                    <a:pt x="232410" y="894080"/>
                    <a:pt x="171450" y="861060"/>
                    <a:pt x="134620" y="833120"/>
                  </a:cubicBezTo>
                  <a:cubicBezTo>
                    <a:pt x="106680" y="811530"/>
                    <a:pt x="86360" y="791210"/>
                    <a:pt x="68580" y="768350"/>
                  </a:cubicBezTo>
                  <a:cubicBezTo>
                    <a:pt x="52070" y="745490"/>
                    <a:pt x="39370" y="721360"/>
                    <a:pt x="29210" y="695960"/>
                  </a:cubicBezTo>
                  <a:cubicBezTo>
                    <a:pt x="19050" y="669290"/>
                    <a:pt x="11430" y="645160"/>
                    <a:pt x="7620" y="608330"/>
                  </a:cubicBezTo>
                  <a:cubicBezTo>
                    <a:pt x="0" y="547370"/>
                    <a:pt x="1270" y="445770"/>
                    <a:pt x="7620" y="360680"/>
                  </a:cubicBezTo>
                  <a:cubicBezTo>
                    <a:pt x="15240" y="267970"/>
                    <a:pt x="29210" y="128270"/>
                    <a:pt x="48260" y="72390"/>
                  </a:cubicBezTo>
                  <a:cubicBezTo>
                    <a:pt x="57150" y="48260"/>
                    <a:pt x="64770" y="35560"/>
                    <a:pt x="78740" y="24130"/>
                  </a:cubicBezTo>
                  <a:cubicBezTo>
                    <a:pt x="93980" y="12700"/>
                    <a:pt x="114300" y="2540"/>
                    <a:pt x="133350" y="3810"/>
                  </a:cubicBezTo>
                  <a:cubicBezTo>
                    <a:pt x="156210" y="5080"/>
                    <a:pt x="194310" y="22860"/>
                    <a:pt x="209550" y="40640"/>
                  </a:cubicBezTo>
                  <a:cubicBezTo>
                    <a:pt x="222250" y="55880"/>
                    <a:pt x="227330" y="77470"/>
                    <a:pt x="226060" y="95250"/>
                  </a:cubicBezTo>
                  <a:cubicBezTo>
                    <a:pt x="226060" y="114300"/>
                    <a:pt x="219710" y="135890"/>
                    <a:pt x="207010" y="149860"/>
                  </a:cubicBezTo>
                  <a:cubicBezTo>
                    <a:pt x="190500" y="166370"/>
                    <a:pt x="153670" y="184150"/>
                    <a:pt x="129540" y="184150"/>
                  </a:cubicBezTo>
                  <a:cubicBezTo>
                    <a:pt x="110490" y="184150"/>
                    <a:pt x="90170" y="173990"/>
                    <a:pt x="76200" y="161290"/>
                  </a:cubicBezTo>
                  <a:cubicBezTo>
                    <a:pt x="63500" y="149860"/>
                    <a:pt x="52070" y="129540"/>
                    <a:pt x="48260" y="111760"/>
                  </a:cubicBezTo>
                  <a:cubicBezTo>
                    <a:pt x="44450" y="93980"/>
                    <a:pt x="45720" y="71120"/>
                    <a:pt x="55880" y="54610"/>
                  </a:cubicBezTo>
                  <a:cubicBezTo>
                    <a:pt x="67310" y="34290"/>
                    <a:pt x="100330" y="10160"/>
                    <a:pt x="123190" y="5080"/>
                  </a:cubicBezTo>
                  <a:cubicBezTo>
                    <a:pt x="142240" y="0"/>
                    <a:pt x="163830" y="6350"/>
                    <a:pt x="180340" y="15240"/>
                  </a:cubicBezTo>
                  <a:cubicBezTo>
                    <a:pt x="195580" y="24130"/>
                    <a:pt x="210820" y="33020"/>
                    <a:pt x="218440" y="57150"/>
                  </a:cubicBezTo>
                  <a:cubicBezTo>
                    <a:pt x="242570" y="125730"/>
                    <a:pt x="203200" y="415290"/>
                    <a:pt x="186690" y="505460"/>
                  </a:cubicBezTo>
                  <a:cubicBezTo>
                    <a:pt x="180340" y="544830"/>
                    <a:pt x="160020" y="562610"/>
                    <a:pt x="162560" y="590550"/>
                  </a:cubicBezTo>
                  <a:cubicBezTo>
                    <a:pt x="165100" y="617220"/>
                    <a:pt x="181610" y="647700"/>
                    <a:pt x="201930" y="670560"/>
                  </a:cubicBezTo>
                  <a:cubicBezTo>
                    <a:pt x="224790" y="694690"/>
                    <a:pt x="264160" y="709930"/>
                    <a:pt x="295910" y="727710"/>
                  </a:cubicBezTo>
                  <a:cubicBezTo>
                    <a:pt x="327660" y="745490"/>
                    <a:pt x="336550" y="765810"/>
                    <a:pt x="388620" y="778510"/>
                  </a:cubicBezTo>
                  <a:cubicBezTo>
                    <a:pt x="580390" y="829310"/>
                    <a:pt x="1678940" y="746760"/>
                    <a:pt x="1822450" y="792480"/>
                  </a:cubicBezTo>
                  <a:cubicBezTo>
                    <a:pt x="1850390" y="801370"/>
                    <a:pt x="1858010" y="808990"/>
                    <a:pt x="1868170" y="822960"/>
                  </a:cubicBezTo>
                  <a:cubicBezTo>
                    <a:pt x="1878330" y="838200"/>
                    <a:pt x="1883410" y="859790"/>
                    <a:pt x="1882140" y="877570"/>
                  </a:cubicBezTo>
                  <a:cubicBezTo>
                    <a:pt x="1879600" y="895350"/>
                    <a:pt x="1868170" y="915670"/>
                    <a:pt x="1855470" y="927100"/>
                  </a:cubicBezTo>
                  <a:cubicBezTo>
                    <a:pt x="1842770" y="938530"/>
                    <a:pt x="1803400" y="946150"/>
                    <a:pt x="1803400" y="946150"/>
                  </a:cubicBezTo>
                </a:path>
              </a:pathLst>
            </a:custGeom>
            <a:solidFill>
              <a:srgbClr val="FFFFFF"/>
            </a:solidFill>
            <a:ln cap="sq">
              <a:noFill/>
              <a:prstDash val="solid"/>
              <a:miter/>
            </a:ln>
          </p:spPr>
        </p:sp>
      </p:grpSp>
      <p:grpSp>
        <p:nvGrpSpPr>
          <p:cNvPr id="20" name="Group 20"/>
          <p:cNvGrpSpPr/>
          <p:nvPr/>
        </p:nvGrpSpPr>
        <p:grpSpPr>
          <a:xfrm>
            <a:off x="10780395" y="50482"/>
            <a:ext cx="269558" cy="308610"/>
            <a:chOff x="0" y="0"/>
            <a:chExt cx="359410" cy="411480"/>
          </a:xfrm>
        </p:grpSpPr>
        <p:sp>
          <p:nvSpPr>
            <p:cNvPr id="21" name="Freeform 21"/>
            <p:cNvSpPr/>
            <p:nvPr/>
          </p:nvSpPr>
          <p:spPr>
            <a:xfrm>
              <a:off x="50800" y="50800"/>
              <a:ext cx="259080" cy="312420"/>
            </a:xfrm>
            <a:custGeom>
              <a:avLst/>
              <a:gdLst/>
              <a:ahLst/>
              <a:cxnLst/>
              <a:rect l="l" t="t" r="r" b="b"/>
              <a:pathLst>
                <a:path w="259080" h="312420">
                  <a:moveTo>
                    <a:pt x="0" y="208280"/>
                  </a:moveTo>
                  <a:cubicBezTo>
                    <a:pt x="48260" y="111760"/>
                    <a:pt x="78740" y="86360"/>
                    <a:pt x="93980" y="68580"/>
                  </a:cubicBezTo>
                  <a:cubicBezTo>
                    <a:pt x="102870" y="55880"/>
                    <a:pt x="109220" y="44450"/>
                    <a:pt x="115570" y="35560"/>
                  </a:cubicBezTo>
                  <a:cubicBezTo>
                    <a:pt x="119380" y="30480"/>
                    <a:pt x="123190" y="25400"/>
                    <a:pt x="127000" y="21590"/>
                  </a:cubicBezTo>
                  <a:cubicBezTo>
                    <a:pt x="132080" y="16510"/>
                    <a:pt x="137160" y="12700"/>
                    <a:pt x="142240" y="10160"/>
                  </a:cubicBezTo>
                  <a:cubicBezTo>
                    <a:pt x="147320" y="7620"/>
                    <a:pt x="153670" y="5080"/>
                    <a:pt x="160020" y="2540"/>
                  </a:cubicBezTo>
                  <a:cubicBezTo>
                    <a:pt x="166370" y="1270"/>
                    <a:pt x="172720" y="0"/>
                    <a:pt x="177800" y="0"/>
                  </a:cubicBezTo>
                  <a:cubicBezTo>
                    <a:pt x="184150" y="0"/>
                    <a:pt x="190500" y="1270"/>
                    <a:pt x="196850" y="2540"/>
                  </a:cubicBezTo>
                  <a:cubicBezTo>
                    <a:pt x="203200" y="3810"/>
                    <a:pt x="209550" y="5080"/>
                    <a:pt x="214630" y="7620"/>
                  </a:cubicBezTo>
                  <a:cubicBezTo>
                    <a:pt x="220980" y="11430"/>
                    <a:pt x="226060" y="13970"/>
                    <a:pt x="231140" y="17780"/>
                  </a:cubicBezTo>
                  <a:cubicBezTo>
                    <a:pt x="234950" y="22860"/>
                    <a:pt x="240030" y="26670"/>
                    <a:pt x="243840" y="31750"/>
                  </a:cubicBezTo>
                  <a:cubicBezTo>
                    <a:pt x="247650" y="36830"/>
                    <a:pt x="250190" y="43180"/>
                    <a:pt x="252730" y="48260"/>
                  </a:cubicBezTo>
                  <a:cubicBezTo>
                    <a:pt x="255270" y="54610"/>
                    <a:pt x="256540" y="59690"/>
                    <a:pt x="257810" y="66040"/>
                  </a:cubicBezTo>
                  <a:cubicBezTo>
                    <a:pt x="259080" y="72390"/>
                    <a:pt x="259080" y="78740"/>
                    <a:pt x="257810" y="85090"/>
                  </a:cubicBezTo>
                  <a:cubicBezTo>
                    <a:pt x="257810" y="91440"/>
                    <a:pt x="256540" y="97790"/>
                    <a:pt x="254000" y="104140"/>
                  </a:cubicBezTo>
                  <a:cubicBezTo>
                    <a:pt x="252730" y="109220"/>
                    <a:pt x="246380" y="120650"/>
                    <a:pt x="246380" y="120650"/>
                  </a:cubicBezTo>
                  <a:cubicBezTo>
                    <a:pt x="246380" y="120650"/>
                    <a:pt x="229870" y="137160"/>
                    <a:pt x="228600" y="147320"/>
                  </a:cubicBezTo>
                  <a:cubicBezTo>
                    <a:pt x="227330" y="160020"/>
                    <a:pt x="243840" y="173990"/>
                    <a:pt x="241300" y="190500"/>
                  </a:cubicBezTo>
                  <a:cubicBezTo>
                    <a:pt x="238760" y="214630"/>
                    <a:pt x="212090" y="255270"/>
                    <a:pt x="189230" y="275590"/>
                  </a:cubicBezTo>
                  <a:cubicBezTo>
                    <a:pt x="168910" y="293370"/>
                    <a:pt x="140970" y="306070"/>
                    <a:pt x="115570" y="308610"/>
                  </a:cubicBezTo>
                  <a:cubicBezTo>
                    <a:pt x="90170" y="312420"/>
                    <a:pt x="54610" y="308610"/>
                    <a:pt x="35560" y="292100"/>
                  </a:cubicBezTo>
                  <a:cubicBezTo>
                    <a:pt x="15240" y="275590"/>
                    <a:pt x="0" y="208280"/>
                    <a:pt x="0" y="208280"/>
                  </a:cubicBezTo>
                  <a:moveTo>
                    <a:pt x="59690" y="143510"/>
                  </a:moveTo>
                  <a:cubicBezTo>
                    <a:pt x="59690" y="140970"/>
                    <a:pt x="59690" y="139700"/>
                    <a:pt x="59690" y="139700"/>
                  </a:cubicBezTo>
                  <a:cubicBezTo>
                    <a:pt x="59690" y="139700"/>
                    <a:pt x="59690" y="143510"/>
                    <a:pt x="59690" y="143510"/>
                  </a:cubicBezTo>
                </a:path>
              </a:pathLst>
            </a:custGeom>
            <a:solidFill>
              <a:srgbClr val="FFFFFF"/>
            </a:solidFill>
            <a:ln cap="sq">
              <a:noFill/>
              <a:prstDash val="solid"/>
              <a:miter/>
            </a:ln>
          </p:spPr>
        </p:sp>
      </p:grpSp>
      <p:grpSp>
        <p:nvGrpSpPr>
          <p:cNvPr id="22" name="Group 22"/>
          <p:cNvGrpSpPr/>
          <p:nvPr/>
        </p:nvGrpSpPr>
        <p:grpSpPr>
          <a:xfrm>
            <a:off x="11911012" y="109538"/>
            <a:ext cx="226695" cy="260033"/>
            <a:chOff x="0" y="0"/>
            <a:chExt cx="302260" cy="346710"/>
          </a:xfrm>
        </p:grpSpPr>
        <p:sp>
          <p:nvSpPr>
            <p:cNvPr id="23" name="Freeform 23"/>
            <p:cNvSpPr/>
            <p:nvPr/>
          </p:nvSpPr>
          <p:spPr>
            <a:xfrm>
              <a:off x="38100" y="46990"/>
              <a:ext cx="215900" cy="248920"/>
            </a:xfrm>
            <a:custGeom>
              <a:avLst/>
              <a:gdLst/>
              <a:ahLst/>
              <a:cxnLst/>
              <a:rect l="l" t="t" r="r" b="b"/>
              <a:pathLst>
                <a:path w="215900" h="248920">
                  <a:moveTo>
                    <a:pt x="203200" y="146050"/>
                  </a:moveTo>
                  <a:cubicBezTo>
                    <a:pt x="163830" y="196850"/>
                    <a:pt x="106680" y="236220"/>
                    <a:pt x="77470" y="231140"/>
                  </a:cubicBezTo>
                  <a:cubicBezTo>
                    <a:pt x="50800" y="226060"/>
                    <a:pt x="22860" y="193040"/>
                    <a:pt x="12700" y="166370"/>
                  </a:cubicBezTo>
                  <a:cubicBezTo>
                    <a:pt x="0" y="137160"/>
                    <a:pt x="5080" y="85090"/>
                    <a:pt x="15240" y="57150"/>
                  </a:cubicBezTo>
                  <a:cubicBezTo>
                    <a:pt x="22860" y="38100"/>
                    <a:pt x="35560" y="21590"/>
                    <a:pt x="50800" y="12700"/>
                  </a:cubicBezTo>
                  <a:cubicBezTo>
                    <a:pt x="66040" y="3810"/>
                    <a:pt x="90170" y="0"/>
                    <a:pt x="107950" y="3810"/>
                  </a:cubicBezTo>
                  <a:cubicBezTo>
                    <a:pt x="125730" y="6350"/>
                    <a:pt x="146050" y="21590"/>
                    <a:pt x="156210" y="34290"/>
                  </a:cubicBezTo>
                  <a:cubicBezTo>
                    <a:pt x="165100" y="44450"/>
                    <a:pt x="167640" y="54610"/>
                    <a:pt x="171450" y="69850"/>
                  </a:cubicBezTo>
                  <a:cubicBezTo>
                    <a:pt x="177800" y="95250"/>
                    <a:pt x="185420" y="144780"/>
                    <a:pt x="177800" y="173990"/>
                  </a:cubicBezTo>
                  <a:cubicBezTo>
                    <a:pt x="170180" y="199390"/>
                    <a:pt x="154940" y="227330"/>
                    <a:pt x="134620" y="238760"/>
                  </a:cubicBezTo>
                  <a:cubicBezTo>
                    <a:pt x="114300" y="248920"/>
                    <a:pt x="77470" y="248920"/>
                    <a:pt x="58420" y="238760"/>
                  </a:cubicBezTo>
                  <a:cubicBezTo>
                    <a:pt x="38100" y="228600"/>
                    <a:pt x="16510" y="198120"/>
                    <a:pt x="13970" y="175260"/>
                  </a:cubicBezTo>
                  <a:cubicBezTo>
                    <a:pt x="11430" y="152400"/>
                    <a:pt x="25400" y="118110"/>
                    <a:pt x="43180" y="104140"/>
                  </a:cubicBezTo>
                  <a:cubicBezTo>
                    <a:pt x="59690" y="88900"/>
                    <a:pt x="95250" y="81280"/>
                    <a:pt x="116840" y="87630"/>
                  </a:cubicBezTo>
                  <a:cubicBezTo>
                    <a:pt x="139700" y="92710"/>
                    <a:pt x="165100" y="120650"/>
                    <a:pt x="173990" y="139700"/>
                  </a:cubicBezTo>
                  <a:cubicBezTo>
                    <a:pt x="180340" y="156210"/>
                    <a:pt x="179070" y="176530"/>
                    <a:pt x="173990" y="191770"/>
                  </a:cubicBezTo>
                  <a:cubicBezTo>
                    <a:pt x="168910" y="207010"/>
                    <a:pt x="156210" y="224790"/>
                    <a:pt x="142240" y="233680"/>
                  </a:cubicBezTo>
                  <a:cubicBezTo>
                    <a:pt x="128270" y="242570"/>
                    <a:pt x="107950" y="248920"/>
                    <a:pt x="91440" y="247650"/>
                  </a:cubicBezTo>
                  <a:cubicBezTo>
                    <a:pt x="74930" y="247650"/>
                    <a:pt x="55880" y="240030"/>
                    <a:pt x="43180" y="228600"/>
                  </a:cubicBezTo>
                  <a:cubicBezTo>
                    <a:pt x="30480" y="218440"/>
                    <a:pt x="21590" y="204470"/>
                    <a:pt x="16510" y="184150"/>
                  </a:cubicBezTo>
                  <a:cubicBezTo>
                    <a:pt x="7620" y="151130"/>
                    <a:pt x="7620" y="69850"/>
                    <a:pt x="22860" y="39370"/>
                  </a:cubicBezTo>
                  <a:cubicBezTo>
                    <a:pt x="33020" y="21590"/>
                    <a:pt x="52070" y="10160"/>
                    <a:pt x="68580" y="5080"/>
                  </a:cubicBezTo>
                  <a:cubicBezTo>
                    <a:pt x="86360" y="0"/>
                    <a:pt x="110490" y="2540"/>
                    <a:pt x="125730" y="10160"/>
                  </a:cubicBezTo>
                  <a:cubicBezTo>
                    <a:pt x="142240" y="16510"/>
                    <a:pt x="158750" y="34290"/>
                    <a:pt x="166370" y="50800"/>
                  </a:cubicBezTo>
                  <a:cubicBezTo>
                    <a:pt x="173990" y="67310"/>
                    <a:pt x="179070" y="97790"/>
                    <a:pt x="168910" y="107950"/>
                  </a:cubicBezTo>
                  <a:cubicBezTo>
                    <a:pt x="153670" y="123190"/>
                    <a:pt x="55880" y="114300"/>
                    <a:pt x="49530" y="99060"/>
                  </a:cubicBezTo>
                  <a:cubicBezTo>
                    <a:pt x="44450" y="87630"/>
                    <a:pt x="74930" y="50800"/>
                    <a:pt x="95250" y="40640"/>
                  </a:cubicBezTo>
                  <a:cubicBezTo>
                    <a:pt x="114300" y="30480"/>
                    <a:pt x="147320" y="26670"/>
                    <a:pt x="166370" y="35560"/>
                  </a:cubicBezTo>
                  <a:cubicBezTo>
                    <a:pt x="186690" y="43180"/>
                    <a:pt x="207010" y="71120"/>
                    <a:pt x="212090" y="91440"/>
                  </a:cubicBezTo>
                  <a:cubicBezTo>
                    <a:pt x="215900" y="109220"/>
                    <a:pt x="201930" y="146050"/>
                    <a:pt x="201930" y="146050"/>
                  </a:cubicBezTo>
                </a:path>
              </a:pathLst>
            </a:custGeom>
            <a:solidFill>
              <a:srgbClr val="FFFFFF"/>
            </a:solidFill>
            <a:ln cap="sq">
              <a:noFill/>
              <a:prstDash val="solid"/>
              <a:miter/>
            </a:ln>
          </p:spPr>
        </p:sp>
      </p:grpSp>
      <p:grpSp>
        <p:nvGrpSpPr>
          <p:cNvPr id="24" name="Group 24"/>
          <p:cNvGrpSpPr/>
          <p:nvPr/>
        </p:nvGrpSpPr>
        <p:grpSpPr>
          <a:xfrm>
            <a:off x="11210925" y="488632"/>
            <a:ext cx="182880" cy="188595"/>
            <a:chOff x="0" y="0"/>
            <a:chExt cx="243840" cy="251460"/>
          </a:xfrm>
        </p:grpSpPr>
        <p:sp>
          <p:nvSpPr>
            <p:cNvPr id="25" name="Freeform 25"/>
            <p:cNvSpPr/>
            <p:nvPr/>
          </p:nvSpPr>
          <p:spPr>
            <a:xfrm>
              <a:off x="43180" y="46990"/>
              <a:ext cx="149860" cy="154940"/>
            </a:xfrm>
            <a:custGeom>
              <a:avLst/>
              <a:gdLst/>
              <a:ahLst/>
              <a:cxnLst/>
              <a:rect l="l" t="t" r="r" b="b"/>
              <a:pathLst>
                <a:path w="149860" h="154940">
                  <a:moveTo>
                    <a:pt x="149860" y="53340"/>
                  </a:moveTo>
                  <a:cubicBezTo>
                    <a:pt x="129540" y="134620"/>
                    <a:pt x="118110" y="140970"/>
                    <a:pt x="107950" y="146050"/>
                  </a:cubicBezTo>
                  <a:cubicBezTo>
                    <a:pt x="96520" y="151130"/>
                    <a:pt x="85090" y="154940"/>
                    <a:pt x="72390" y="152400"/>
                  </a:cubicBezTo>
                  <a:cubicBezTo>
                    <a:pt x="53340" y="148590"/>
                    <a:pt x="21590" y="133350"/>
                    <a:pt x="11430" y="115570"/>
                  </a:cubicBezTo>
                  <a:cubicBezTo>
                    <a:pt x="0" y="97790"/>
                    <a:pt x="1270" y="62230"/>
                    <a:pt x="7620" y="44450"/>
                  </a:cubicBezTo>
                  <a:cubicBezTo>
                    <a:pt x="11430" y="33020"/>
                    <a:pt x="17780" y="22860"/>
                    <a:pt x="29210" y="16510"/>
                  </a:cubicBezTo>
                  <a:cubicBezTo>
                    <a:pt x="45720" y="6350"/>
                    <a:pt x="81280" y="0"/>
                    <a:pt x="99060" y="3810"/>
                  </a:cubicBezTo>
                  <a:cubicBezTo>
                    <a:pt x="111760" y="6350"/>
                    <a:pt x="130810" y="22860"/>
                    <a:pt x="130810" y="22860"/>
                  </a:cubicBezTo>
                </a:path>
              </a:pathLst>
            </a:custGeom>
            <a:solidFill>
              <a:srgbClr val="FFFFFF"/>
            </a:solidFill>
            <a:ln cap="sq">
              <a:noFill/>
              <a:prstDash val="solid"/>
              <a:miter/>
            </a:ln>
          </p:spPr>
        </p:sp>
      </p:grpSp>
      <p:grpSp>
        <p:nvGrpSpPr>
          <p:cNvPr id="26" name="Group 26"/>
          <p:cNvGrpSpPr/>
          <p:nvPr/>
        </p:nvGrpSpPr>
        <p:grpSpPr>
          <a:xfrm>
            <a:off x="11205210" y="388620"/>
            <a:ext cx="182880" cy="188595"/>
            <a:chOff x="0" y="0"/>
            <a:chExt cx="243840" cy="251460"/>
          </a:xfrm>
        </p:grpSpPr>
        <p:sp>
          <p:nvSpPr>
            <p:cNvPr id="27" name="Freeform 27"/>
            <p:cNvSpPr/>
            <p:nvPr/>
          </p:nvSpPr>
          <p:spPr>
            <a:xfrm>
              <a:off x="44450" y="46990"/>
              <a:ext cx="148590" cy="154940"/>
            </a:xfrm>
            <a:custGeom>
              <a:avLst/>
              <a:gdLst/>
              <a:ahLst/>
              <a:cxnLst/>
              <a:rect l="l" t="t" r="r" b="b"/>
              <a:pathLst>
                <a:path w="148590" h="154940">
                  <a:moveTo>
                    <a:pt x="148590" y="54610"/>
                  </a:moveTo>
                  <a:cubicBezTo>
                    <a:pt x="129540" y="134620"/>
                    <a:pt x="118110" y="140970"/>
                    <a:pt x="107950" y="146050"/>
                  </a:cubicBezTo>
                  <a:cubicBezTo>
                    <a:pt x="96520" y="151130"/>
                    <a:pt x="85090" y="154940"/>
                    <a:pt x="71120" y="152400"/>
                  </a:cubicBezTo>
                  <a:cubicBezTo>
                    <a:pt x="53340" y="149860"/>
                    <a:pt x="21590" y="133350"/>
                    <a:pt x="11430" y="115570"/>
                  </a:cubicBezTo>
                  <a:cubicBezTo>
                    <a:pt x="0" y="97790"/>
                    <a:pt x="1270" y="63500"/>
                    <a:pt x="6350" y="45720"/>
                  </a:cubicBezTo>
                  <a:cubicBezTo>
                    <a:pt x="10160" y="33020"/>
                    <a:pt x="17780" y="24130"/>
                    <a:pt x="29210" y="16510"/>
                  </a:cubicBezTo>
                  <a:cubicBezTo>
                    <a:pt x="44450" y="7620"/>
                    <a:pt x="81280" y="0"/>
                    <a:pt x="99060" y="3810"/>
                  </a:cubicBezTo>
                  <a:cubicBezTo>
                    <a:pt x="111760" y="6350"/>
                    <a:pt x="129540" y="22860"/>
                    <a:pt x="129540" y="22860"/>
                  </a:cubicBezTo>
                </a:path>
              </a:pathLst>
            </a:custGeom>
            <a:solidFill>
              <a:srgbClr val="FFFFFF"/>
            </a:solidFill>
            <a:ln cap="sq">
              <a:noFill/>
              <a:prstDash val="solid"/>
              <a:miter/>
            </a:ln>
          </p:spPr>
        </p:sp>
      </p:grpSp>
      <p:grpSp>
        <p:nvGrpSpPr>
          <p:cNvPr id="28" name="Group 28"/>
          <p:cNvGrpSpPr/>
          <p:nvPr/>
        </p:nvGrpSpPr>
        <p:grpSpPr>
          <a:xfrm>
            <a:off x="11252835" y="423862"/>
            <a:ext cx="182880" cy="188595"/>
            <a:chOff x="0" y="0"/>
            <a:chExt cx="243840" cy="251460"/>
          </a:xfrm>
        </p:grpSpPr>
        <p:sp>
          <p:nvSpPr>
            <p:cNvPr id="29" name="Freeform 29"/>
            <p:cNvSpPr/>
            <p:nvPr/>
          </p:nvSpPr>
          <p:spPr>
            <a:xfrm>
              <a:off x="44450" y="46990"/>
              <a:ext cx="148590" cy="154940"/>
            </a:xfrm>
            <a:custGeom>
              <a:avLst/>
              <a:gdLst/>
              <a:ahLst/>
              <a:cxnLst/>
              <a:rect l="l" t="t" r="r" b="b"/>
              <a:pathLst>
                <a:path w="148590" h="154940">
                  <a:moveTo>
                    <a:pt x="148590" y="53340"/>
                  </a:moveTo>
                  <a:cubicBezTo>
                    <a:pt x="129540" y="134620"/>
                    <a:pt x="118110" y="140970"/>
                    <a:pt x="106680" y="146050"/>
                  </a:cubicBezTo>
                  <a:cubicBezTo>
                    <a:pt x="96520" y="151130"/>
                    <a:pt x="83820" y="154940"/>
                    <a:pt x="71120" y="152400"/>
                  </a:cubicBezTo>
                  <a:cubicBezTo>
                    <a:pt x="53340" y="148590"/>
                    <a:pt x="21590" y="133350"/>
                    <a:pt x="10160" y="115570"/>
                  </a:cubicBezTo>
                  <a:cubicBezTo>
                    <a:pt x="0" y="97790"/>
                    <a:pt x="1270" y="62230"/>
                    <a:pt x="6350" y="44450"/>
                  </a:cubicBezTo>
                  <a:cubicBezTo>
                    <a:pt x="10160" y="31750"/>
                    <a:pt x="17780" y="22860"/>
                    <a:pt x="29210" y="16510"/>
                  </a:cubicBezTo>
                  <a:cubicBezTo>
                    <a:pt x="44450" y="6350"/>
                    <a:pt x="80010" y="0"/>
                    <a:pt x="99060" y="3810"/>
                  </a:cubicBezTo>
                  <a:cubicBezTo>
                    <a:pt x="111760" y="6350"/>
                    <a:pt x="129540" y="22860"/>
                    <a:pt x="129540" y="22860"/>
                  </a:cubicBezTo>
                </a:path>
              </a:pathLst>
            </a:custGeom>
            <a:solidFill>
              <a:srgbClr val="FFFFFF"/>
            </a:solidFill>
            <a:ln cap="sq">
              <a:noFill/>
              <a:prstDash val="solid"/>
              <a:miter/>
            </a:ln>
          </p:spPr>
        </p:sp>
      </p:grpSp>
      <p:grpSp>
        <p:nvGrpSpPr>
          <p:cNvPr id="30" name="Group 30"/>
          <p:cNvGrpSpPr/>
          <p:nvPr/>
        </p:nvGrpSpPr>
        <p:grpSpPr>
          <a:xfrm>
            <a:off x="11217593" y="411480"/>
            <a:ext cx="182880" cy="188595"/>
            <a:chOff x="0" y="0"/>
            <a:chExt cx="243840" cy="251460"/>
          </a:xfrm>
        </p:grpSpPr>
        <p:sp>
          <p:nvSpPr>
            <p:cNvPr id="31" name="Freeform 31"/>
            <p:cNvSpPr/>
            <p:nvPr/>
          </p:nvSpPr>
          <p:spPr>
            <a:xfrm>
              <a:off x="44450" y="46990"/>
              <a:ext cx="148590" cy="154940"/>
            </a:xfrm>
            <a:custGeom>
              <a:avLst/>
              <a:gdLst/>
              <a:ahLst/>
              <a:cxnLst/>
              <a:rect l="l" t="t" r="r" b="b"/>
              <a:pathLst>
                <a:path w="148590" h="154940">
                  <a:moveTo>
                    <a:pt x="148590" y="53340"/>
                  </a:moveTo>
                  <a:cubicBezTo>
                    <a:pt x="129540" y="134620"/>
                    <a:pt x="118110" y="140970"/>
                    <a:pt x="107950" y="146050"/>
                  </a:cubicBezTo>
                  <a:cubicBezTo>
                    <a:pt x="96520" y="149860"/>
                    <a:pt x="85090" y="154940"/>
                    <a:pt x="71120" y="152400"/>
                  </a:cubicBezTo>
                  <a:cubicBezTo>
                    <a:pt x="53340" y="148590"/>
                    <a:pt x="21590" y="133350"/>
                    <a:pt x="11430" y="115570"/>
                  </a:cubicBezTo>
                  <a:cubicBezTo>
                    <a:pt x="0" y="97790"/>
                    <a:pt x="1270" y="62230"/>
                    <a:pt x="6350" y="44450"/>
                  </a:cubicBezTo>
                  <a:cubicBezTo>
                    <a:pt x="10160" y="31750"/>
                    <a:pt x="17780" y="22860"/>
                    <a:pt x="29210" y="16510"/>
                  </a:cubicBezTo>
                  <a:cubicBezTo>
                    <a:pt x="45720" y="6350"/>
                    <a:pt x="81280" y="0"/>
                    <a:pt x="99060" y="3810"/>
                  </a:cubicBezTo>
                  <a:cubicBezTo>
                    <a:pt x="111760" y="6350"/>
                    <a:pt x="130810" y="22860"/>
                    <a:pt x="130810" y="22860"/>
                  </a:cubicBezTo>
                </a:path>
              </a:pathLst>
            </a:custGeom>
            <a:solidFill>
              <a:srgbClr val="FFFFFF"/>
            </a:solidFill>
            <a:ln cap="sq">
              <a:noFill/>
              <a:prstDash val="solid"/>
              <a:miter/>
            </a:ln>
          </p:spPr>
        </p:sp>
      </p:grpSp>
      <p:grpSp>
        <p:nvGrpSpPr>
          <p:cNvPr id="32" name="Group 32"/>
          <p:cNvGrpSpPr/>
          <p:nvPr/>
        </p:nvGrpSpPr>
        <p:grpSpPr>
          <a:xfrm>
            <a:off x="11265218" y="431482"/>
            <a:ext cx="182880" cy="188595"/>
            <a:chOff x="0" y="0"/>
            <a:chExt cx="243840" cy="251460"/>
          </a:xfrm>
        </p:grpSpPr>
        <p:sp>
          <p:nvSpPr>
            <p:cNvPr id="33" name="Freeform 33"/>
            <p:cNvSpPr/>
            <p:nvPr/>
          </p:nvSpPr>
          <p:spPr>
            <a:xfrm>
              <a:off x="44450" y="46990"/>
              <a:ext cx="148590" cy="154940"/>
            </a:xfrm>
            <a:custGeom>
              <a:avLst/>
              <a:gdLst/>
              <a:ahLst/>
              <a:cxnLst/>
              <a:rect l="l" t="t" r="r" b="b"/>
              <a:pathLst>
                <a:path w="148590" h="154940">
                  <a:moveTo>
                    <a:pt x="148590" y="53340"/>
                  </a:moveTo>
                  <a:cubicBezTo>
                    <a:pt x="129540" y="134620"/>
                    <a:pt x="118110" y="140970"/>
                    <a:pt x="106680" y="146050"/>
                  </a:cubicBezTo>
                  <a:cubicBezTo>
                    <a:pt x="96520" y="149860"/>
                    <a:pt x="83820" y="154940"/>
                    <a:pt x="71120" y="152400"/>
                  </a:cubicBezTo>
                  <a:cubicBezTo>
                    <a:pt x="53340" y="148590"/>
                    <a:pt x="21590" y="133350"/>
                    <a:pt x="10160" y="115570"/>
                  </a:cubicBezTo>
                  <a:cubicBezTo>
                    <a:pt x="0" y="97790"/>
                    <a:pt x="1270" y="62230"/>
                    <a:pt x="6350" y="44450"/>
                  </a:cubicBezTo>
                  <a:cubicBezTo>
                    <a:pt x="10160" y="31750"/>
                    <a:pt x="17780" y="22860"/>
                    <a:pt x="29210" y="16510"/>
                  </a:cubicBezTo>
                  <a:cubicBezTo>
                    <a:pt x="44450" y="6350"/>
                    <a:pt x="80010" y="0"/>
                    <a:pt x="99060" y="3810"/>
                  </a:cubicBezTo>
                  <a:cubicBezTo>
                    <a:pt x="111760" y="5080"/>
                    <a:pt x="129540" y="21590"/>
                    <a:pt x="129540" y="21590"/>
                  </a:cubicBezTo>
                </a:path>
              </a:pathLst>
            </a:custGeom>
            <a:solidFill>
              <a:srgbClr val="FFFFFF"/>
            </a:solidFill>
            <a:ln cap="sq">
              <a:noFill/>
              <a:prstDash val="solid"/>
              <a:miter/>
            </a:ln>
          </p:spPr>
        </p:sp>
      </p:grpSp>
      <p:grpSp>
        <p:nvGrpSpPr>
          <p:cNvPr id="34" name="Group 34"/>
          <p:cNvGrpSpPr/>
          <p:nvPr/>
        </p:nvGrpSpPr>
        <p:grpSpPr>
          <a:xfrm>
            <a:off x="11212830" y="403860"/>
            <a:ext cx="193358" cy="191452"/>
            <a:chOff x="0" y="0"/>
            <a:chExt cx="257810" cy="255270"/>
          </a:xfrm>
        </p:grpSpPr>
        <p:sp>
          <p:nvSpPr>
            <p:cNvPr id="35" name="Freeform 35"/>
            <p:cNvSpPr/>
            <p:nvPr/>
          </p:nvSpPr>
          <p:spPr>
            <a:xfrm>
              <a:off x="48260" y="46990"/>
              <a:ext cx="160020" cy="157480"/>
            </a:xfrm>
            <a:custGeom>
              <a:avLst/>
              <a:gdLst/>
              <a:ahLst/>
              <a:cxnLst/>
              <a:rect l="l" t="t" r="r" b="b"/>
              <a:pathLst>
                <a:path w="160020" h="157480">
                  <a:moveTo>
                    <a:pt x="78740" y="156210"/>
                  </a:moveTo>
                  <a:cubicBezTo>
                    <a:pt x="3810" y="105410"/>
                    <a:pt x="0" y="71120"/>
                    <a:pt x="7620" y="50800"/>
                  </a:cubicBezTo>
                  <a:cubicBezTo>
                    <a:pt x="15240" y="31750"/>
                    <a:pt x="41910" y="10160"/>
                    <a:pt x="62230" y="5080"/>
                  </a:cubicBezTo>
                  <a:cubicBezTo>
                    <a:pt x="82550" y="0"/>
                    <a:pt x="115570" y="10160"/>
                    <a:pt x="130810" y="24130"/>
                  </a:cubicBezTo>
                  <a:cubicBezTo>
                    <a:pt x="146050" y="38100"/>
                    <a:pt x="157480" y="71120"/>
                    <a:pt x="153670" y="91440"/>
                  </a:cubicBezTo>
                  <a:cubicBezTo>
                    <a:pt x="151130" y="113030"/>
                    <a:pt x="129540" y="139700"/>
                    <a:pt x="110490" y="148590"/>
                  </a:cubicBezTo>
                  <a:cubicBezTo>
                    <a:pt x="91440" y="157480"/>
                    <a:pt x="57150" y="156210"/>
                    <a:pt x="39370" y="144780"/>
                  </a:cubicBezTo>
                  <a:cubicBezTo>
                    <a:pt x="21590" y="134620"/>
                    <a:pt x="5080" y="102870"/>
                    <a:pt x="2540" y="83820"/>
                  </a:cubicBezTo>
                  <a:cubicBezTo>
                    <a:pt x="0" y="67310"/>
                    <a:pt x="5080" y="49530"/>
                    <a:pt x="15240" y="36830"/>
                  </a:cubicBezTo>
                  <a:cubicBezTo>
                    <a:pt x="27940" y="21590"/>
                    <a:pt x="58420" y="5080"/>
                    <a:pt x="78740" y="3810"/>
                  </a:cubicBezTo>
                  <a:cubicBezTo>
                    <a:pt x="96520" y="1270"/>
                    <a:pt x="116840" y="10160"/>
                    <a:pt x="130810" y="20320"/>
                  </a:cubicBezTo>
                  <a:cubicBezTo>
                    <a:pt x="143510" y="30480"/>
                    <a:pt x="156210" y="49530"/>
                    <a:pt x="157480" y="67310"/>
                  </a:cubicBezTo>
                  <a:cubicBezTo>
                    <a:pt x="160020" y="87630"/>
                    <a:pt x="148590" y="119380"/>
                    <a:pt x="135890" y="134620"/>
                  </a:cubicBezTo>
                  <a:cubicBezTo>
                    <a:pt x="123190" y="147320"/>
                    <a:pt x="85090" y="156210"/>
                    <a:pt x="85090" y="156210"/>
                  </a:cubicBezTo>
                </a:path>
              </a:pathLst>
            </a:custGeom>
            <a:solidFill>
              <a:srgbClr val="FFFFFF"/>
            </a:solidFill>
            <a:ln cap="sq">
              <a:noFill/>
              <a:prstDash val="solid"/>
              <a:miter/>
            </a:ln>
          </p:spPr>
        </p:sp>
      </p:grpSp>
      <p:grpSp>
        <p:nvGrpSpPr>
          <p:cNvPr id="36" name="Group 36"/>
          <p:cNvGrpSpPr/>
          <p:nvPr/>
        </p:nvGrpSpPr>
        <p:grpSpPr>
          <a:xfrm>
            <a:off x="11231880" y="430530"/>
            <a:ext cx="194310" cy="189548"/>
            <a:chOff x="0" y="0"/>
            <a:chExt cx="259080" cy="252730"/>
          </a:xfrm>
        </p:grpSpPr>
        <p:sp>
          <p:nvSpPr>
            <p:cNvPr id="37" name="Freeform 37"/>
            <p:cNvSpPr/>
            <p:nvPr/>
          </p:nvSpPr>
          <p:spPr>
            <a:xfrm>
              <a:off x="45720" y="50800"/>
              <a:ext cx="165100" cy="156210"/>
            </a:xfrm>
            <a:custGeom>
              <a:avLst/>
              <a:gdLst/>
              <a:ahLst/>
              <a:cxnLst/>
              <a:rect l="l" t="t" r="r" b="b"/>
              <a:pathLst>
                <a:path w="165100" h="156210">
                  <a:moveTo>
                    <a:pt x="120650" y="8890"/>
                  </a:moveTo>
                  <a:cubicBezTo>
                    <a:pt x="165100" y="87630"/>
                    <a:pt x="152400" y="119380"/>
                    <a:pt x="137160" y="133350"/>
                  </a:cubicBezTo>
                  <a:cubicBezTo>
                    <a:pt x="120650" y="148590"/>
                    <a:pt x="87630" y="156210"/>
                    <a:pt x="67310" y="151130"/>
                  </a:cubicBezTo>
                  <a:cubicBezTo>
                    <a:pt x="46990" y="146050"/>
                    <a:pt x="21590" y="123190"/>
                    <a:pt x="13970" y="102870"/>
                  </a:cubicBezTo>
                  <a:cubicBezTo>
                    <a:pt x="6350" y="82550"/>
                    <a:pt x="11430" y="49530"/>
                    <a:pt x="24130" y="31750"/>
                  </a:cubicBezTo>
                  <a:cubicBezTo>
                    <a:pt x="36830" y="15240"/>
                    <a:pt x="67310" y="0"/>
                    <a:pt x="87630" y="0"/>
                  </a:cubicBezTo>
                  <a:cubicBezTo>
                    <a:pt x="109220" y="1270"/>
                    <a:pt x="139700" y="17780"/>
                    <a:pt x="151130" y="35560"/>
                  </a:cubicBezTo>
                  <a:cubicBezTo>
                    <a:pt x="161290" y="53340"/>
                    <a:pt x="162560" y="88900"/>
                    <a:pt x="156210" y="107950"/>
                  </a:cubicBezTo>
                  <a:cubicBezTo>
                    <a:pt x="151130" y="123190"/>
                    <a:pt x="138430" y="137160"/>
                    <a:pt x="123190" y="143510"/>
                  </a:cubicBezTo>
                  <a:cubicBezTo>
                    <a:pt x="105410" y="152400"/>
                    <a:pt x="71120" y="152400"/>
                    <a:pt x="52070" y="144780"/>
                  </a:cubicBezTo>
                  <a:cubicBezTo>
                    <a:pt x="34290" y="138430"/>
                    <a:pt x="19050" y="124460"/>
                    <a:pt x="11430" y="109220"/>
                  </a:cubicBezTo>
                  <a:cubicBezTo>
                    <a:pt x="3810" y="93980"/>
                    <a:pt x="0" y="71120"/>
                    <a:pt x="5080" y="54610"/>
                  </a:cubicBezTo>
                  <a:cubicBezTo>
                    <a:pt x="8890" y="38100"/>
                    <a:pt x="20320" y="19050"/>
                    <a:pt x="35560" y="10160"/>
                  </a:cubicBezTo>
                  <a:cubicBezTo>
                    <a:pt x="53340" y="0"/>
                    <a:pt x="106680" y="1270"/>
                    <a:pt x="106680" y="1270"/>
                  </a:cubicBezTo>
                </a:path>
              </a:pathLst>
            </a:custGeom>
            <a:solidFill>
              <a:srgbClr val="FFFFFF"/>
            </a:solidFill>
            <a:ln cap="sq">
              <a:noFill/>
              <a:prstDash val="solid"/>
              <a:miter/>
            </a:ln>
          </p:spPr>
        </p:sp>
      </p:grpSp>
      <p:grpSp>
        <p:nvGrpSpPr>
          <p:cNvPr id="38" name="Group 38"/>
          <p:cNvGrpSpPr/>
          <p:nvPr/>
        </p:nvGrpSpPr>
        <p:grpSpPr>
          <a:xfrm>
            <a:off x="11169015" y="426720"/>
            <a:ext cx="282892" cy="249555"/>
            <a:chOff x="0" y="0"/>
            <a:chExt cx="377190" cy="332740"/>
          </a:xfrm>
        </p:grpSpPr>
        <p:sp>
          <p:nvSpPr>
            <p:cNvPr id="39" name="Freeform 39"/>
            <p:cNvSpPr/>
            <p:nvPr/>
          </p:nvSpPr>
          <p:spPr>
            <a:xfrm>
              <a:off x="50800" y="45720"/>
              <a:ext cx="275590" cy="247650"/>
            </a:xfrm>
            <a:custGeom>
              <a:avLst/>
              <a:gdLst/>
              <a:ahLst/>
              <a:cxnLst/>
              <a:rect l="l" t="t" r="r" b="b"/>
              <a:pathLst>
                <a:path w="275590" h="247650">
                  <a:moveTo>
                    <a:pt x="158750" y="12700"/>
                  </a:moveTo>
                  <a:cubicBezTo>
                    <a:pt x="259080" y="90170"/>
                    <a:pt x="275590" y="115570"/>
                    <a:pt x="275590" y="140970"/>
                  </a:cubicBezTo>
                  <a:cubicBezTo>
                    <a:pt x="274320" y="170180"/>
                    <a:pt x="252730" y="223520"/>
                    <a:pt x="228600" y="236220"/>
                  </a:cubicBezTo>
                  <a:cubicBezTo>
                    <a:pt x="204470" y="247650"/>
                    <a:pt x="156210" y="229870"/>
                    <a:pt x="128270" y="217170"/>
                  </a:cubicBezTo>
                  <a:cubicBezTo>
                    <a:pt x="102870" y="205740"/>
                    <a:pt x="67310" y="166370"/>
                    <a:pt x="66040" y="167640"/>
                  </a:cubicBezTo>
                  <a:cubicBezTo>
                    <a:pt x="64770" y="168910"/>
                    <a:pt x="81280" y="184150"/>
                    <a:pt x="80010" y="186690"/>
                  </a:cubicBezTo>
                  <a:cubicBezTo>
                    <a:pt x="77470" y="190500"/>
                    <a:pt x="53340" y="182880"/>
                    <a:pt x="41910" y="175260"/>
                  </a:cubicBezTo>
                  <a:cubicBezTo>
                    <a:pt x="27940" y="166370"/>
                    <a:pt x="10160" y="144780"/>
                    <a:pt x="5080" y="129540"/>
                  </a:cubicBezTo>
                  <a:cubicBezTo>
                    <a:pt x="0" y="116840"/>
                    <a:pt x="0" y="102870"/>
                    <a:pt x="1270" y="90170"/>
                  </a:cubicBezTo>
                  <a:cubicBezTo>
                    <a:pt x="3810" y="77470"/>
                    <a:pt x="10160" y="63500"/>
                    <a:pt x="17780" y="53340"/>
                  </a:cubicBezTo>
                  <a:cubicBezTo>
                    <a:pt x="25400" y="43180"/>
                    <a:pt x="36830" y="33020"/>
                    <a:pt x="48260" y="27940"/>
                  </a:cubicBezTo>
                  <a:cubicBezTo>
                    <a:pt x="60960" y="22860"/>
                    <a:pt x="71120" y="19050"/>
                    <a:pt x="87630" y="20320"/>
                  </a:cubicBezTo>
                  <a:cubicBezTo>
                    <a:pt x="120650" y="21590"/>
                    <a:pt x="203200" y="36830"/>
                    <a:pt x="226060" y="63500"/>
                  </a:cubicBezTo>
                  <a:cubicBezTo>
                    <a:pt x="242570" y="82550"/>
                    <a:pt x="242570" y="120650"/>
                    <a:pt x="237490" y="140970"/>
                  </a:cubicBezTo>
                  <a:cubicBezTo>
                    <a:pt x="232410" y="158750"/>
                    <a:pt x="219710" y="175260"/>
                    <a:pt x="204470" y="184150"/>
                  </a:cubicBezTo>
                  <a:cubicBezTo>
                    <a:pt x="185420" y="194310"/>
                    <a:pt x="147320" y="200660"/>
                    <a:pt x="125730" y="191770"/>
                  </a:cubicBezTo>
                  <a:cubicBezTo>
                    <a:pt x="104140" y="182880"/>
                    <a:pt x="80010" y="153670"/>
                    <a:pt x="74930" y="130810"/>
                  </a:cubicBezTo>
                  <a:cubicBezTo>
                    <a:pt x="71120" y="107950"/>
                    <a:pt x="81280" y="71120"/>
                    <a:pt x="97790" y="54610"/>
                  </a:cubicBezTo>
                  <a:cubicBezTo>
                    <a:pt x="114300" y="38100"/>
                    <a:pt x="149860" y="26670"/>
                    <a:pt x="172720" y="30480"/>
                  </a:cubicBezTo>
                  <a:cubicBezTo>
                    <a:pt x="195580" y="34290"/>
                    <a:pt x="224790" y="59690"/>
                    <a:pt x="234950" y="78740"/>
                  </a:cubicBezTo>
                  <a:cubicBezTo>
                    <a:pt x="243840" y="95250"/>
                    <a:pt x="243840" y="116840"/>
                    <a:pt x="240030" y="133350"/>
                  </a:cubicBezTo>
                  <a:cubicBezTo>
                    <a:pt x="236220" y="149860"/>
                    <a:pt x="224790" y="167640"/>
                    <a:pt x="212090" y="179070"/>
                  </a:cubicBezTo>
                  <a:cubicBezTo>
                    <a:pt x="198120" y="189230"/>
                    <a:pt x="179070" y="198120"/>
                    <a:pt x="161290" y="198120"/>
                  </a:cubicBezTo>
                  <a:cubicBezTo>
                    <a:pt x="139700" y="196850"/>
                    <a:pt x="102870" y="158750"/>
                    <a:pt x="90170" y="163830"/>
                  </a:cubicBezTo>
                  <a:cubicBezTo>
                    <a:pt x="82550" y="166370"/>
                    <a:pt x="86360" y="184150"/>
                    <a:pt x="80010" y="186690"/>
                  </a:cubicBezTo>
                  <a:cubicBezTo>
                    <a:pt x="72390" y="190500"/>
                    <a:pt x="53340" y="181610"/>
                    <a:pt x="41910" y="175260"/>
                  </a:cubicBezTo>
                  <a:cubicBezTo>
                    <a:pt x="30480" y="168910"/>
                    <a:pt x="20320" y="158750"/>
                    <a:pt x="12700" y="147320"/>
                  </a:cubicBezTo>
                  <a:cubicBezTo>
                    <a:pt x="6350" y="137160"/>
                    <a:pt x="1270" y="123190"/>
                    <a:pt x="0" y="109220"/>
                  </a:cubicBezTo>
                  <a:cubicBezTo>
                    <a:pt x="0" y="92710"/>
                    <a:pt x="7620" y="67310"/>
                    <a:pt x="17780" y="53340"/>
                  </a:cubicBezTo>
                  <a:cubicBezTo>
                    <a:pt x="25400" y="41910"/>
                    <a:pt x="36830" y="33020"/>
                    <a:pt x="48260" y="27940"/>
                  </a:cubicBezTo>
                  <a:cubicBezTo>
                    <a:pt x="60960" y="22860"/>
                    <a:pt x="74930" y="19050"/>
                    <a:pt x="87630" y="20320"/>
                  </a:cubicBezTo>
                  <a:cubicBezTo>
                    <a:pt x="99060" y="20320"/>
                    <a:pt x="109220" y="24130"/>
                    <a:pt x="120650" y="30480"/>
                  </a:cubicBezTo>
                  <a:cubicBezTo>
                    <a:pt x="138430" y="40640"/>
                    <a:pt x="176530" y="63500"/>
                    <a:pt x="177800" y="83820"/>
                  </a:cubicBezTo>
                  <a:cubicBezTo>
                    <a:pt x="177800" y="106680"/>
                    <a:pt x="128270" y="158750"/>
                    <a:pt x="105410" y="160020"/>
                  </a:cubicBezTo>
                  <a:cubicBezTo>
                    <a:pt x="88900" y="161290"/>
                    <a:pt x="67310" y="139700"/>
                    <a:pt x="57150" y="123190"/>
                  </a:cubicBezTo>
                  <a:cubicBezTo>
                    <a:pt x="46990" y="104140"/>
                    <a:pt x="41910" y="71120"/>
                    <a:pt x="49530" y="52070"/>
                  </a:cubicBezTo>
                  <a:cubicBezTo>
                    <a:pt x="57150" y="31750"/>
                    <a:pt x="85090" y="11430"/>
                    <a:pt x="104140" y="5080"/>
                  </a:cubicBezTo>
                  <a:cubicBezTo>
                    <a:pt x="120650" y="0"/>
                    <a:pt x="158750" y="12700"/>
                    <a:pt x="158750" y="12700"/>
                  </a:cubicBezTo>
                </a:path>
              </a:pathLst>
            </a:custGeom>
            <a:solidFill>
              <a:srgbClr val="FFFFFF"/>
            </a:solidFill>
            <a:ln cap="sq">
              <a:noFill/>
              <a:prstDash val="solid"/>
              <a:miter/>
            </a:ln>
          </p:spPr>
        </p:sp>
      </p:grpSp>
      <p:grpSp>
        <p:nvGrpSpPr>
          <p:cNvPr id="40" name="Group 40"/>
          <p:cNvGrpSpPr/>
          <p:nvPr/>
        </p:nvGrpSpPr>
        <p:grpSpPr>
          <a:xfrm>
            <a:off x="11564302" y="-284797"/>
            <a:ext cx="1767840" cy="1207770"/>
            <a:chOff x="0" y="0"/>
            <a:chExt cx="2357120" cy="1610360"/>
          </a:xfrm>
        </p:grpSpPr>
        <p:sp>
          <p:nvSpPr>
            <p:cNvPr id="41" name="Freeform 41"/>
            <p:cNvSpPr/>
            <p:nvPr/>
          </p:nvSpPr>
          <p:spPr>
            <a:xfrm>
              <a:off x="50800" y="50800"/>
              <a:ext cx="2259330" cy="1511300"/>
            </a:xfrm>
            <a:custGeom>
              <a:avLst/>
              <a:gdLst/>
              <a:ahLst/>
              <a:cxnLst/>
              <a:rect l="l" t="t" r="r" b="b"/>
              <a:pathLst>
                <a:path w="2259330" h="1511300">
                  <a:moveTo>
                    <a:pt x="0" y="360680"/>
                  </a:moveTo>
                  <a:cubicBezTo>
                    <a:pt x="0" y="346710"/>
                    <a:pt x="0" y="340360"/>
                    <a:pt x="0" y="340360"/>
                  </a:cubicBezTo>
                  <a:cubicBezTo>
                    <a:pt x="0" y="340360"/>
                    <a:pt x="2540" y="334010"/>
                    <a:pt x="3810" y="330200"/>
                  </a:cubicBezTo>
                  <a:cubicBezTo>
                    <a:pt x="3810" y="327660"/>
                    <a:pt x="6350" y="321310"/>
                    <a:pt x="6350" y="321310"/>
                  </a:cubicBezTo>
                  <a:cubicBezTo>
                    <a:pt x="6350" y="321310"/>
                    <a:pt x="10160" y="314960"/>
                    <a:pt x="11430" y="312420"/>
                  </a:cubicBezTo>
                  <a:cubicBezTo>
                    <a:pt x="12700" y="309880"/>
                    <a:pt x="16510" y="303530"/>
                    <a:pt x="16510" y="303530"/>
                  </a:cubicBezTo>
                  <a:cubicBezTo>
                    <a:pt x="16510" y="303530"/>
                    <a:pt x="21590" y="298450"/>
                    <a:pt x="24130" y="295910"/>
                  </a:cubicBezTo>
                  <a:cubicBezTo>
                    <a:pt x="26670" y="293370"/>
                    <a:pt x="30480" y="289560"/>
                    <a:pt x="30480" y="289560"/>
                  </a:cubicBezTo>
                  <a:cubicBezTo>
                    <a:pt x="30480" y="289560"/>
                    <a:pt x="36830" y="285750"/>
                    <a:pt x="39370" y="283210"/>
                  </a:cubicBezTo>
                  <a:cubicBezTo>
                    <a:pt x="41910" y="281940"/>
                    <a:pt x="48260" y="278130"/>
                    <a:pt x="48260" y="278130"/>
                  </a:cubicBezTo>
                  <a:cubicBezTo>
                    <a:pt x="48260" y="278130"/>
                    <a:pt x="54610" y="276860"/>
                    <a:pt x="57150" y="275590"/>
                  </a:cubicBezTo>
                  <a:cubicBezTo>
                    <a:pt x="60960" y="274320"/>
                    <a:pt x="67310" y="271780"/>
                    <a:pt x="67310" y="271780"/>
                  </a:cubicBezTo>
                  <a:cubicBezTo>
                    <a:pt x="67310" y="271780"/>
                    <a:pt x="73660" y="271780"/>
                    <a:pt x="77470" y="271780"/>
                  </a:cubicBezTo>
                  <a:cubicBezTo>
                    <a:pt x="81280" y="271780"/>
                    <a:pt x="87630" y="270510"/>
                    <a:pt x="87630" y="270510"/>
                  </a:cubicBezTo>
                  <a:cubicBezTo>
                    <a:pt x="87630" y="270510"/>
                    <a:pt x="93980" y="271780"/>
                    <a:pt x="97790" y="273050"/>
                  </a:cubicBezTo>
                  <a:cubicBezTo>
                    <a:pt x="100330" y="273050"/>
                    <a:pt x="106680" y="274320"/>
                    <a:pt x="107950" y="274320"/>
                  </a:cubicBezTo>
                  <a:cubicBezTo>
                    <a:pt x="107950" y="274320"/>
                    <a:pt x="113030" y="276860"/>
                    <a:pt x="116840" y="278130"/>
                  </a:cubicBezTo>
                  <a:cubicBezTo>
                    <a:pt x="119380" y="279400"/>
                    <a:pt x="125730" y="281940"/>
                    <a:pt x="125730" y="281940"/>
                  </a:cubicBezTo>
                  <a:cubicBezTo>
                    <a:pt x="125730" y="283210"/>
                    <a:pt x="138430" y="304800"/>
                    <a:pt x="139700" y="304800"/>
                  </a:cubicBezTo>
                  <a:cubicBezTo>
                    <a:pt x="140970" y="304800"/>
                    <a:pt x="148590" y="300990"/>
                    <a:pt x="148590" y="300990"/>
                  </a:cubicBezTo>
                  <a:cubicBezTo>
                    <a:pt x="149860" y="300990"/>
                    <a:pt x="154940" y="300990"/>
                    <a:pt x="158750" y="300990"/>
                  </a:cubicBezTo>
                  <a:cubicBezTo>
                    <a:pt x="161290" y="299720"/>
                    <a:pt x="167640" y="299720"/>
                    <a:pt x="168910" y="299720"/>
                  </a:cubicBezTo>
                  <a:cubicBezTo>
                    <a:pt x="168910" y="299720"/>
                    <a:pt x="168910" y="299720"/>
                    <a:pt x="170180" y="299720"/>
                  </a:cubicBezTo>
                  <a:cubicBezTo>
                    <a:pt x="170180" y="298450"/>
                    <a:pt x="168910" y="293370"/>
                    <a:pt x="168910" y="293370"/>
                  </a:cubicBezTo>
                  <a:cubicBezTo>
                    <a:pt x="168910" y="293370"/>
                    <a:pt x="168910" y="287020"/>
                    <a:pt x="168910" y="283210"/>
                  </a:cubicBezTo>
                  <a:cubicBezTo>
                    <a:pt x="168910" y="279400"/>
                    <a:pt x="168910" y="273050"/>
                    <a:pt x="168910" y="273050"/>
                  </a:cubicBezTo>
                  <a:cubicBezTo>
                    <a:pt x="168910" y="273050"/>
                    <a:pt x="171450" y="266700"/>
                    <a:pt x="172720" y="262890"/>
                  </a:cubicBezTo>
                  <a:cubicBezTo>
                    <a:pt x="172720" y="259080"/>
                    <a:pt x="175260" y="252730"/>
                    <a:pt x="175260" y="252730"/>
                  </a:cubicBezTo>
                  <a:cubicBezTo>
                    <a:pt x="175260" y="252730"/>
                    <a:pt x="179070" y="246380"/>
                    <a:pt x="180340" y="243840"/>
                  </a:cubicBezTo>
                  <a:cubicBezTo>
                    <a:pt x="181610" y="241300"/>
                    <a:pt x="185420" y="234950"/>
                    <a:pt x="185420" y="234950"/>
                  </a:cubicBezTo>
                  <a:cubicBezTo>
                    <a:pt x="185420" y="234950"/>
                    <a:pt x="190500" y="229870"/>
                    <a:pt x="193040" y="227330"/>
                  </a:cubicBezTo>
                  <a:cubicBezTo>
                    <a:pt x="195580" y="224790"/>
                    <a:pt x="199390" y="219710"/>
                    <a:pt x="199390" y="219710"/>
                  </a:cubicBezTo>
                  <a:cubicBezTo>
                    <a:pt x="200660" y="219710"/>
                    <a:pt x="205740" y="215900"/>
                    <a:pt x="208280" y="214630"/>
                  </a:cubicBezTo>
                  <a:cubicBezTo>
                    <a:pt x="212090" y="212090"/>
                    <a:pt x="217170" y="208280"/>
                    <a:pt x="217170" y="208280"/>
                  </a:cubicBezTo>
                  <a:cubicBezTo>
                    <a:pt x="217170" y="208280"/>
                    <a:pt x="224790" y="205740"/>
                    <a:pt x="227330" y="205740"/>
                  </a:cubicBezTo>
                  <a:cubicBezTo>
                    <a:pt x="231140" y="204470"/>
                    <a:pt x="237490" y="201930"/>
                    <a:pt x="237490" y="201930"/>
                  </a:cubicBezTo>
                  <a:cubicBezTo>
                    <a:pt x="237490" y="201930"/>
                    <a:pt x="243840" y="200660"/>
                    <a:pt x="247650" y="200660"/>
                  </a:cubicBezTo>
                  <a:cubicBezTo>
                    <a:pt x="251460" y="200660"/>
                    <a:pt x="257810" y="200660"/>
                    <a:pt x="257810" y="200660"/>
                  </a:cubicBezTo>
                  <a:cubicBezTo>
                    <a:pt x="257810" y="200660"/>
                    <a:pt x="265430" y="200660"/>
                    <a:pt x="267970" y="201930"/>
                  </a:cubicBezTo>
                  <a:cubicBezTo>
                    <a:pt x="271780" y="201930"/>
                    <a:pt x="278130" y="203200"/>
                    <a:pt x="278130" y="203200"/>
                  </a:cubicBezTo>
                  <a:cubicBezTo>
                    <a:pt x="279400" y="203200"/>
                    <a:pt x="285750" y="205740"/>
                    <a:pt x="288290" y="207010"/>
                  </a:cubicBezTo>
                  <a:cubicBezTo>
                    <a:pt x="290830" y="208280"/>
                    <a:pt x="292100" y="210820"/>
                    <a:pt x="295910" y="210820"/>
                  </a:cubicBezTo>
                  <a:cubicBezTo>
                    <a:pt x="306070" y="213360"/>
                    <a:pt x="331470" y="209550"/>
                    <a:pt x="347980" y="210820"/>
                  </a:cubicBezTo>
                  <a:cubicBezTo>
                    <a:pt x="364490" y="212090"/>
                    <a:pt x="388620" y="218440"/>
                    <a:pt x="397510" y="219710"/>
                  </a:cubicBezTo>
                  <a:cubicBezTo>
                    <a:pt x="401320" y="219710"/>
                    <a:pt x="401320" y="219710"/>
                    <a:pt x="403860" y="219710"/>
                  </a:cubicBezTo>
                  <a:cubicBezTo>
                    <a:pt x="407670" y="219710"/>
                    <a:pt x="410210" y="222250"/>
                    <a:pt x="415290" y="222250"/>
                  </a:cubicBezTo>
                  <a:cubicBezTo>
                    <a:pt x="425450" y="224790"/>
                    <a:pt x="443230" y="226060"/>
                    <a:pt x="458470" y="229870"/>
                  </a:cubicBezTo>
                  <a:cubicBezTo>
                    <a:pt x="474980" y="233680"/>
                    <a:pt x="490220" y="241300"/>
                    <a:pt x="508000" y="245110"/>
                  </a:cubicBezTo>
                  <a:cubicBezTo>
                    <a:pt x="529590" y="251460"/>
                    <a:pt x="553720" y="256540"/>
                    <a:pt x="579120" y="260350"/>
                  </a:cubicBezTo>
                  <a:cubicBezTo>
                    <a:pt x="604520" y="264160"/>
                    <a:pt x="636270" y="262890"/>
                    <a:pt x="660400" y="269240"/>
                  </a:cubicBezTo>
                  <a:cubicBezTo>
                    <a:pt x="683260" y="275590"/>
                    <a:pt x="703580" y="290830"/>
                    <a:pt x="722630" y="297180"/>
                  </a:cubicBezTo>
                  <a:cubicBezTo>
                    <a:pt x="739140" y="303530"/>
                    <a:pt x="750570" y="306070"/>
                    <a:pt x="767080" y="308610"/>
                  </a:cubicBezTo>
                  <a:cubicBezTo>
                    <a:pt x="784860" y="312420"/>
                    <a:pt x="803910" y="313690"/>
                    <a:pt x="828040" y="317500"/>
                  </a:cubicBezTo>
                  <a:cubicBezTo>
                    <a:pt x="863600" y="322580"/>
                    <a:pt x="913130" y="331470"/>
                    <a:pt x="955040" y="341630"/>
                  </a:cubicBezTo>
                  <a:cubicBezTo>
                    <a:pt x="998220" y="351790"/>
                    <a:pt x="1043940" y="368300"/>
                    <a:pt x="1082040" y="377190"/>
                  </a:cubicBezTo>
                  <a:cubicBezTo>
                    <a:pt x="1112520" y="383540"/>
                    <a:pt x="1148080" y="389890"/>
                    <a:pt x="1163320" y="392430"/>
                  </a:cubicBezTo>
                  <a:cubicBezTo>
                    <a:pt x="1170940" y="393700"/>
                    <a:pt x="1173480" y="396240"/>
                    <a:pt x="1178560" y="393700"/>
                  </a:cubicBezTo>
                  <a:cubicBezTo>
                    <a:pt x="1191260" y="387350"/>
                    <a:pt x="1205230" y="346710"/>
                    <a:pt x="1228090" y="325120"/>
                  </a:cubicBezTo>
                  <a:cubicBezTo>
                    <a:pt x="1257300" y="297180"/>
                    <a:pt x="1309370" y="250190"/>
                    <a:pt x="1344930" y="248920"/>
                  </a:cubicBezTo>
                  <a:cubicBezTo>
                    <a:pt x="1375410" y="247650"/>
                    <a:pt x="1414780" y="297180"/>
                    <a:pt x="1430020" y="292100"/>
                  </a:cubicBezTo>
                  <a:cubicBezTo>
                    <a:pt x="1440180" y="288290"/>
                    <a:pt x="1438910" y="273050"/>
                    <a:pt x="1446530" y="259080"/>
                  </a:cubicBezTo>
                  <a:cubicBezTo>
                    <a:pt x="1460500" y="233680"/>
                    <a:pt x="1490980" y="184150"/>
                    <a:pt x="1513840" y="156210"/>
                  </a:cubicBezTo>
                  <a:cubicBezTo>
                    <a:pt x="1531620" y="132080"/>
                    <a:pt x="1546860" y="115570"/>
                    <a:pt x="1567180" y="96520"/>
                  </a:cubicBezTo>
                  <a:cubicBezTo>
                    <a:pt x="1588770" y="74930"/>
                    <a:pt x="1612900" y="49530"/>
                    <a:pt x="1642110" y="36830"/>
                  </a:cubicBezTo>
                  <a:cubicBezTo>
                    <a:pt x="1672590" y="22860"/>
                    <a:pt x="1725930" y="17780"/>
                    <a:pt x="1751330" y="19050"/>
                  </a:cubicBezTo>
                  <a:cubicBezTo>
                    <a:pt x="1765300" y="20320"/>
                    <a:pt x="1771650" y="29210"/>
                    <a:pt x="1783080" y="27940"/>
                  </a:cubicBezTo>
                  <a:cubicBezTo>
                    <a:pt x="1798320" y="25400"/>
                    <a:pt x="1814830" y="0"/>
                    <a:pt x="1832610" y="0"/>
                  </a:cubicBezTo>
                  <a:cubicBezTo>
                    <a:pt x="1855470" y="2540"/>
                    <a:pt x="1899920" y="43180"/>
                    <a:pt x="1908810" y="55880"/>
                  </a:cubicBezTo>
                  <a:cubicBezTo>
                    <a:pt x="1911350" y="60960"/>
                    <a:pt x="1908810" y="63500"/>
                    <a:pt x="1911350" y="67310"/>
                  </a:cubicBezTo>
                  <a:cubicBezTo>
                    <a:pt x="1916430" y="72390"/>
                    <a:pt x="1932940" y="71120"/>
                    <a:pt x="1945640" y="78740"/>
                  </a:cubicBezTo>
                  <a:cubicBezTo>
                    <a:pt x="1963420" y="88900"/>
                    <a:pt x="1982470" y="113030"/>
                    <a:pt x="2005330" y="130810"/>
                  </a:cubicBezTo>
                  <a:cubicBezTo>
                    <a:pt x="2033270" y="153670"/>
                    <a:pt x="2073910" y="173990"/>
                    <a:pt x="2101850" y="201930"/>
                  </a:cubicBezTo>
                  <a:cubicBezTo>
                    <a:pt x="2128520" y="228600"/>
                    <a:pt x="2147570" y="264160"/>
                    <a:pt x="2167890" y="292100"/>
                  </a:cubicBezTo>
                  <a:cubicBezTo>
                    <a:pt x="2186940" y="318770"/>
                    <a:pt x="2207260" y="336550"/>
                    <a:pt x="2221230" y="365760"/>
                  </a:cubicBezTo>
                  <a:cubicBezTo>
                    <a:pt x="2237740" y="400050"/>
                    <a:pt x="2249170" y="445770"/>
                    <a:pt x="2254250" y="485140"/>
                  </a:cubicBezTo>
                  <a:cubicBezTo>
                    <a:pt x="2259330" y="521970"/>
                    <a:pt x="2254250" y="556260"/>
                    <a:pt x="2251710" y="594360"/>
                  </a:cubicBezTo>
                  <a:cubicBezTo>
                    <a:pt x="2247900" y="638810"/>
                    <a:pt x="2245360" y="690880"/>
                    <a:pt x="2233930" y="736600"/>
                  </a:cubicBezTo>
                  <a:cubicBezTo>
                    <a:pt x="2221230" y="781050"/>
                    <a:pt x="2202180" y="822960"/>
                    <a:pt x="2180590" y="863600"/>
                  </a:cubicBezTo>
                  <a:cubicBezTo>
                    <a:pt x="2160270" y="902970"/>
                    <a:pt x="2133600" y="939800"/>
                    <a:pt x="2105660" y="976630"/>
                  </a:cubicBezTo>
                  <a:cubicBezTo>
                    <a:pt x="2077720" y="1013460"/>
                    <a:pt x="2043430" y="1051560"/>
                    <a:pt x="2015490" y="1082040"/>
                  </a:cubicBezTo>
                  <a:cubicBezTo>
                    <a:pt x="1992630" y="1106170"/>
                    <a:pt x="1969770" y="1131570"/>
                    <a:pt x="1953260" y="1145540"/>
                  </a:cubicBezTo>
                  <a:cubicBezTo>
                    <a:pt x="1944370" y="1153160"/>
                    <a:pt x="1930400" y="1159510"/>
                    <a:pt x="1930400" y="1162050"/>
                  </a:cubicBezTo>
                  <a:cubicBezTo>
                    <a:pt x="1930400" y="1163320"/>
                    <a:pt x="1931670" y="1162050"/>
                    <a:pt x="1932940" y="1163320"/>
                  </a:cubicBezTo>
                  <a:cubicBezTo>
                    <a:pt x="1935480" y="1165860"/>
                    <a:pt x="1943100" y="1170940"/>
                    <a:pt x="1948180" y="1174750"/>
                  </a:cubicBezTo>
                  <a:cubicBezTo>
                    <a:pt x="1951990" y="1179830"/>
                    <a:pt x="1955800" y="1184910"/>
                    <a:pt x="1959610" y="1189990"/>
                  </a:cubicBezTo>
                  <a:cubicBezTo>
                    <a:pt x="1962150" y="1195070"/>
                    <a:pt x="1964690" y="1201420"/>
                    <a:pt x="1967230" y="1206500"/>
                  </a:cubicBezTo>
                  <a:cubicBezTo>
                    <a:pt x="1968500" y="1212850"/>
                    <a:pt x="1969770" y="1219200"/>
                    <a:pt x="1971040" y="1225550"/>
                  </a:cubicBezTo>
                  <a:cubicBezTo>
                    <a:pt x="1971040" y="1231900"/>
                    <a:pt x="1971040" y="1238250"/>
                    <a:pt x="1969770" y="1244600"/>
                  </a:cubicBezTo>
                  <a:cubicBezTo>
                    <a:pt x="1968500" y="1249680"/>
                    <a:pt x="1965960" y="1256030"/>
                    <a:pt x="1963420" y="1262380"/>
                  </a:cubicBezTo>
                  <a:cubicBezTo>
                    <a:pt x="1960880" y="1267460"/>
                    <a:pt x="1958340" y="1273810"/>
                    <a:pt x="1954530" y="1277620"/>
                  </a:cubicBezTo>
                  <a:cubicBezTo>
                    <a:pt x="1950720" y="1282700"/>
                    <a:pt x="1945640" y="1287780"/>
                    <a:pt x="1940560" y="1291590"/>
                  </a:cubicBezTo>
                  <a:cubicBezTo>
                    <a:pt x="1936750" y="1295400"/>
                    <a:pt x="1930400" y="1299210"/>
                    <a:pt x="1925320" y="1301750"/>
                  </a:cubicBezTo>
                  <a:cubicBezTo>
                    <a:pt x="1918970" y="1304290"/>
                    <a:pt x="1912620" y="1305560"/>
                    <a:pt x="1907540" y="1306830"/>
                  </a:cubicBezTo>
                  <a:cubicBezTo>
                    <a:pt x="1901190" y="1308100"/>
                    <a:pt x="1894840" y="1308100"/>
                    <a:pt x="1888490" y="1308100"/>
                  </a:cubicBezTo>
                  <a:cubicBezTo>
                    <a:pt x="1882140" y="1308100"/>
                    <a:pt x="1875790" y="1306830"/>
                    <a:pt x="1869440" y="1304290"/>
                  </a:cubicBezTo>
                  <a:cubicBezTo>
                    <a:pt x="1864360" y="1303020"/>
                    <a:pt x="1852930" y="1296670"/>
                    <a:pt x="1852930" y="1296670"/>
                  </a:cubicBezTo>
                  <a:cubicBezTo>
                    <a:pt x="1852930" y="1296670"/>
                    <a:pt x="1802130" y="1266190"/>
                    <a:pt x="1794510" y="1262380"/>
                  </a:cubicBezTo>
                  <a:cubicBezTo>
                    <a:pt x="1793240" y="1261110"/>
                    <a:pt x="1793240" y="1261110"/>
                    <a:pt x="1790700" y="1261110"/>
                  </a:cubicBezTo>
                  <a:cubicBezTo>
                    <a:pt x="1785620" y="1261110"/>
                    <a:pt x="1771650" y="1277620"/>
                    <a:pt x="1755140" y="1287780"/>
                  </a:cubicBezTo>
                  <a:cubicBezTo>
                    <a:pt x="1725930" y="1303020"/>
                    <a:pt x="1670050" y="1325880"/>
                    <a:pt x="1628140" y="1339850"/>
                  </a:cubicBezTo>
                  <a:cubicBezTo>
                    <a:pt x="1587500" y="1353820"/>
                    <a:pt x="1546860" y="1369060"/>
                    <a:pt x="1507490" y="1372870"/>
                  </a:cubicBezTo>
                  <a:cubicBezTo>
                    <a:pt x="1471930" y="1377950"/>
                    <a:pt x="1436370" y="1374140"/>
                    <a:pt x="1403350" y="1371600"/>
                  </a:cubicBezTo>
                  <a:cubicBezTo>
                    <a:pt x="1374140" y="1369060"/>
                    <a:pt x="1346200" y="1369060"/>
                    <a:pt x="1319530" y="1358900"/>
                  </a:cubicBezTo>
                  <a:cubicBezTo>
                    <a:pt x="1291590" y="1348740"/>
                    <a:pt x="1253490" y="1309370"/>
                    <a:pt x="1240790" y="1308100"/>
                  </a:cubicBezTo>
                  <a:cubicBezTo>
                    <a:pt x="1236980" y="1308100"/>
                    <a:pt x="1231900" y="1311910"/>
                    <a:pt x="1231900" y="1311910"/>
                  </a:cubicBezTo>
                  <a:cubicBezTo>
                    <a:pt x="1231900" y="1311910"/>
                    <a:pt x="1225550" y="1311910"/>
                    <a:pt x="1221740" y="1311910"/>
                  </a:cubicBezTo>
                  <a:cubicBezTo>
                    <a:pt x="1219200" y="1313180"/>
                    <a:pt x="1212850" y="1313180"/>
                    <a:pt x="1211580" y="1313180"/>
                  </a:cubicBezTo>
                  <a:cubicBezTo>
                    <a:pt x="1211580" y="1313180"/>
                    <a:pt x="1186180" y="1313180"/>
                    <a:pt x="1169670" y="1313180"/>
                  </a:cubicBezTo>
                  <a:cubicBezTo>
                    <a:pt x="1145540" y="1311910"/>
                    <a:pt x="1102360" y="1313180"/>
                    <a:pt x="1080770" y="1310640"/>
                  </a:cubicBezTo>
                  <a:cubicBezTo>
                    <a:pt x="1070610" y="1309370"/>
                    <a:pt x="1066800" y="1306830"/>
                    <a:pt x="1056640" y="1305560"/>
                  </a:cubicBezTo>
                  <a:cubicBezTo>
                    <a:pt x="1037590" y="1304290"/>
                    <a:pt x="1004570" y="1306830"/>
                    <a:pt x="977900" y="1306830"/>
                  </a:cubicBezTo>
                  <a:cubicBezTo>
                    <a:pt x="948690" y="1308100"/>
                    <a:pt x="918210" y="1306830"/>
                    <a:pt x="889000" y="1306830"/>
                  </a:cubicBezTo>
                  <a:cubicBezTo>
                    <a:pt x="861060" y="1306830"/>
                    <a:pt x="833120" y="1306830"/>
                    <a:pt x="805180" y="1306830"/>
                  </a:cubicBezTo>
                  <a:cubicBezTo>
                    <a:pt x="778510" y="1306830"/>
                    <a:pt x="750570" y="1306830"/>
                    <a:pt x="723900" y="1306830"/>
                  </a:cubicBezTo>
                  <a:cubicBezTo>
                    <a:pt x="697230" y="1306830"/>
                    <a:pt x="670560" y="1306830"/>
                    <a:pt x="642620" y="1306830"/>
                  </a:cubicBezTo>
                  <a:cubicBezTo>
                    <a:pt x="610870" y="1306830"/>
                    <a:pt x="558800" y="1292860"/>
                    <a:pt x="543560" y="1306830"/>
                  </a:cubicBezTo>
                  <a:cubicBezTo>
                    <a:pt x="532130" y="1318260"/>
                    <a:pt x="548640" y="1346200"/>
                    <a:pt x="543560" y="1369060"/>
                  </a:cubicBezTo>
                  <a:cubicBezTo>
                    <a:pt x="535940" y="1403350"/>
                    <a:pt x="519430" y="1465580"/>
                    <a:pt x="491490" y="1488440"/>
                  </a:cubicBezTo>
                  <a:cubicBezTo>
                    <a:pt x="464820" y="1508760"/>
                    <a:pt x="415290" y="1511300"/>
                    <a:pt x="383540" y="1508760"/>
                  </a:cubicBezTo>
                  <a:cubicBezTo>
                    <a:pt x="355600" y="1506220"/>
                    <a:pt x="332740" y="1494790"/>
                    <a:pt x="307340" y="1480820"/>
                  </a:cubicBezTo>
                  <a:cubicBezTo>
                    <a:pt x="275590" y="1463040"/>
                    <a:pt x="236220" y="1438910"/>
                    <a:pt x="210820" y="1408430"/>
                  </a:cubicBezTo>
                  <a:cubicBezTo>
                    <a:pt x="184150" y="1376680"/>
                    <a:pt x="163830" y="1333500"/>
                    <a:pt x="151130" y="1291590"/>
                  </a:cubicBezTo>
                  <a:cubicBezTo>
                    <a:pt x="138430" y="1248410"/>
                    <a:pt x="139700" y="1201420"/>
                    <a:pt x="138430" y="1154430"/>
                  </a:cubicBezTo>
                  <a:cubicBezTo>
                    <a:pt x="135890" y="1107440"/>
                    <a:pt x="137160" y="1050290"/>
                    <a:pt x="142240" y="1009650"/>
                  </a:cubicBezTo>
                  <a:cubicBezTo>
                    <a:pt x="146050" y="981710"/>
                    <a:pt x="162560" y="949960"/>
                    <a:pt x="161290" y="937260"/>
                  </a:cubicBezTo>
                  <a:cubicBezTo>
                    <a:pt x="160020" y="932180"/>
                    <a:pt x="157480" y="933450"/>
                    <a:pt x="154940" y="928370"/>
                  </a:cubicBezTo>
                  <a:cubicBezTo>
                    <a:pt x="147320" y="913130"/>
                    <a:pt x="123190" y="859790"/>
                    <a:pt x="111760" y="826770"/>
                  </a:cubicBezTo>
                  <a:cubicBezTo>
                    <a:pt x="101600" y="795020"/>
                    <a:pt x="96520" y="764540"/>
                    <a:pt x="87630" y="732790"/>
                  </a:cubicBezTo>
                  <a:cubicBezTo>
                    <a:pt x="76200" y="697230"/>
                    <a:pt x="58420" y="659130"/>
                    <a:pt x="48260" y="621030"/>
                  </a:cubicBezTo>
                  <a:cubicBezTo>
                    <a:pt x="38100" y="582930"/>
                    <a:pt x="27940" y="521970"/>
                    <a:pt x="27940" y="504190"/>
                  </a:cubicBezTo>
                  <a:cubicBezTo>
                    <a:pt x="27940" y="499110"/>
                    <a:pt x="30480" y="496570"/>
                    <a:pt x="29210" y="494030"/>
                  </a:cubicBezTo>
                  <a:cubicBezTo>
                    <a:pt x="29210" y="491490"/>
                    <a:pt x="26670" y="488950"/>
                    <a:pt x="26670" y="488950"/>
                  </a:cubicBezTo>
                  <a:cubicBezTo>
                    <a:pt x="26670" y="487680"/>
                    <a:pt x="24130" y="482600"/>
                    <a:pt x="22860" y="480060"/>
                  </a:cubicBezTo>
                  <a:cubicBezTo>
                    <a:pt x="22860" y="476250"/>
                    <a:pt x="20320" y="471170"/>
                    <a:pt x="20320" y="471170"/>
                  </a:cubicBezTo>
                  <a:cubicBezTo>
                    <a:pt x="20320" y="471170"/>
                    <a:pt x="20320" y="464820"/>
                    <a:pt x="20320" y="461010"/>
                  </a:cubicBezTo>
                  <a:cubicBezTo>
                    <a:pt x="20320" y="458470"/>
                    <a:pt x="19050" y="452120"/>
                    <a:pt x="19050" y="452120"/>
                  </a:cubicBezTo>
                  <a:cubicBezTo>
                    <a:pt x="19050" y="452120"/>
                    <a:pt x="20320" y="445770"/>
                    <a:pt x="21590" y="443230"/>
                  </a:cubicBezTo>
                  <a:cubicBezTo>
                    <a:pt x="21590" y="440690"/>
                    <a:pt x="22860" y="434340"/>
                    <a:pt x="22860" y="434340"/>
                  </a:cubicBezTo>
                  <a:cubicBezTo>
                    <a:pt x="22860" y="434340"/>
                    <a:pt x="25400" y="427990"/>
                    <a:pt x="26670" y="425450"/>
                  </a:cubicBezTo>
                  <a:cubicBezTo>
                    <a:pt x="27940" y="422910"/>
                    <a:pt x="30480" y="420370"/>
                    <a:pt x="29210" y="419100"/>
                  </a:cubicBezTo>
                  <a:cubicBezTo>
                    <a:pt x="29210" y="416560"/>
                    <a:pt x="24130" y="415290"/>
                    <a:pt x="24130" y="415290"/>
                  </a:cubicBezTo>
                  <a:cubicBezTo>
                    <a:pt x="24130" y="414020"/>
                    <a:pt x="20320" y="408940"/>
                    <a:pt x="17780" y="406400"/>
                  </a:cubicBezTo>
                  <a:cubicBezTo>
                    <a:pt x="16510" y="403860"/>
                    <a:pt x="11430" y="398780"/>
                    <a:pt x="11430" y="398780"/>
                  </a:cubicBezTo>
                  <a:cubicBezTo>
                    <a:pt x="11430" y="398780"/>
                    <a:pt x="8890" y="392430"/>
                    <a:pt x="7620" y="389890"/>
                  </a:cubicBezTo>
                  <a:cubicBezTo>
                    <a:pt x="6350" y="386080"/>
                    <a:pt x="3810" y="381000"/>
                    <a:pt x="3810" y="381000"/>
                  </a:cubicBezTo>
                  <a:cubicBezTo>
                    <a:pt x="3810" y="381000"/>
                    <a:pt x="2540" y="373380"/>
                    <a:pt x="1270" y="370840"/>
                  </a:cubicBezTo>
                  <a:cubicBezTo>
                    <a:pt x="1270" y="367030"/>
                    <a:pt x="0" y="360680"/>
                    <a:pt x="0" y="360680"/>
                  </a:cubicBezTo>
                  <a:moveTo>
                    <a:pt x="302260" y="1223010"/>
                  </a:moveTo>
                  <a:cubicBezTo>
                    <a:pt x="306070" y="1229360"/>
                    <a:pt x="306070" y="1228090"/>
                    <a:pt x="306070" y="1228090"/>
                  </a:cubicBezTo>
                  <a:cubicBezTo>
                    <a:pt x="306070" y="1228090"/>
                    <a:pt x="306070" y="1221740"/>
                    <a:pt x="306070" y="1219200"/>
                  </a:cubicBezTo>
                  <a:cubicBezTo>
                    <a:pt x="306070" y="1215390"/>
                    <a:pt x="306070" y="1209040"/>
                    <a:pt x="306070" y="1209040"/>
                  </a:cubicBezTo>
                  <a:cubicBezTo>
                    <a:pt x="306070" y="1209040"/>
                    <a:pt x="307340" y="1202690"/>
                    <a:pt x="307340" y="1200150"/>
                  </a:cubicBezTo>
                  <a:cubicBezTo>
                    <a:pt x="308610" y="1197610"/>
                    <a:pt x="309880" y="1191260"/>
                    <a:pt x="309880" y="1191260"/>
                  </a:cubicBezTo>
                  <a:cubicBezTo>
                    <a:pt x="309880" y="1191260"/>
                    <a:pt x="313690" y="1184910"/>
                    <a:pt x="314960" y="1182370"/>
                  </a:cubicBezTo>
                  <a:cubicBezTo>
                    <a:pt x="316230" y="1179830"/>
                    <a:pt x="318770" y="1174750"/>
                    <a:pt x="318770" y="1174750"/>
                  </a:cubicBezTo>
                  <a:cubicBezTo>
                    <a:pt x="318770" y="1174750"/>
                    <a:pt x="322580" y="1169670"/>
                    <a:pt x="325120" y="1167130"/>
                  </a:cubicBezTo>
                  <a:cubicBezTo>
                    <a:pt x="327660" y="1164590"/>
                    <a:pt x="331470" y="1160780"/>
                    <a:pt x="331470" y="1160780"/>
                  </a:cubicBezTo>
                  <a:cubicBezTo>
                    <a:pt x="331470" y="1159510"/>
                    <a:pt x="336550" y="1156970"/>
                    <a:pt x="339090" y="1154430"/>
                  </a:cubicBezTo>
                  <a:cubicBezTo>
                    <a:pt x="341630" y="1153160"/>
                    <a:pt x="346710" y="1149350"/>
                    <a:pt x="346710" y="1149350"/>
                  </a:cubicBezTo>
                  <a:cubicBezTo>
                    <a:pt x="346710" y="1149350"/>
                    <a:pt x="353060" y="1146810"/>
                    <a:pt x="355600" y="1145540"/>
                  </a:cubicBezTo>
                  <a:cubicBezTo>
                    <a:pt x="356870" y="1145540"/>
                    <a:pt x="358140" y="1145540"/>
                    <a:pt x="359410" y="1144270"/>
                  </a:cubicBezTo>
                  <a:cubicBezTo>
                    <a:pt x="361950" y="1139190"/>
                    <a:pt x="349250" y="1098550"/>
                    <a:pt x="342900" y="1082040"/>
                  </a:cubicBezTo>
                  <a:cubicBezTo>
                    <a:pt x="337820" y="1070610"/>
                    <a:pt x="327660" y="1056640"/>
                    <a:pt x="325120" y="1055370"/>
                  </a:cubicBezTo>
                  <a:cubicBezTo>
                    <a:pt x="325120" y="1055370"/>
                    <a:pt x="323850" y="1056640"/>
                    <a:pt x="323850" y="1056640"/>
                  </a:cubicBezTo>
                  <a:cubicBezTo>
                    <a:pt x="323850" y="1056640"/>
                    <a:pt x="317500" y="1057910"/>
                    <a:pt x="314960" y="1059180"/>
                  </a:cubicBezTo>
                  <a:cubicBezTo>
                    <a:pt x="312420" y="1060450"/>
                    <a:pt x="309880" y="1059180"/>
                    <a:pt x="307340" y="1061720"/>
                  </a:cubicBezTo>
                  <a:cubicBezTo>
                    <a:pt x="304800" y="1065530"/>
                    <a:pt x="306070" y="1075690"/>
                    <a:pt x="306070" y="1088390"/>
                  </a:cubicBezTo>
                  <a:cubicBezTo>
                    <a:pt x="304800" y="1116330"/>
                    <a:pt x="302260" y="1223010"/>
                    <a:pt x="302260" y="1223010"/>
                  </a:cubicBezTo>
                  <a:moveTo>
                    <a:pt x="325120" y="1270000"/>
                  </a:moveTo>
                  <a:cubicBezTo>
                    <a:pt x="361950" y="1329690"/>
                    <a:pt x="421640" y="1356360"/>
                    <a:pt x="426720" y="1350010"/>
                  </a:cubicBezTo>
                  <a:cubicBezTo>
                    <a:pt x="431800" y="1346200"/>
                    <a:pt x="414020" y="1313180"/>
                    <a:pt x="403860" y="1304290"/>
                  </a:cubicBezTo>
                  <a:cubicBezTo>
                    <a:pt x="397510" y="1299210"/>
                    <a:pt x="388620" y="1297940"/>
                    <a:pt x="383540" y="1296670"/>
                  </a:cubicBezTo>
                  <a:cubicBezTo>
                    <a:pt x="379730" y="1296670"/>
                    <a:pt x="377190" y="1296670"/>
                    <a:pt x="374650" y="1295400"/>
                  </a:cubicBezTo>
                  <a:cubicBezTo>
                    <a:pt x="370840" y="1295400"/>
                    <a:pt x="364490" y="1295400"/>
                    <a:pt x="364490" y="1295400"/>
                  </a:cubicBezTo>
                  <a:cubicBezTo>
                    <a:pt x="364490" y="1295400"/>
                    <a:pt x="359410" y="1292860"/>
                    <a:pt x="355600" y="1291590"/>
                  </a:cubicBezTo>
                  <a:cubicBezTo>
                    <a:pt x="353060" y="1290320"/>
                    <a:pt x="346710" y="1287780"/>
                    <a:pt x="346710" y="1287780"/>
                  </a:cubicBezTo>
                  <a:cubicBezTo>
                    <a:pt x="346710" y="1287780"/>
                    <a:pt x="341630" y="1283970"/>
                    <a:pt x="339090" y="1282700"/>
                  </a:cubicBezTo>
                  <a:cubicBezTo>
                    <a:pt x="336550" y="1281430"/>
                    <a:pt x="331470" y="1277620"/>
                    <a:pt x="331470" y="1277620"/>
                  </a:cubicBezTo>
                  <a:cubicBezTo>
                    <a:pt x="331470" y="1277620"/>
                    <a:pt x="325120" y="1270000"/>
                    <a:pt x="325120" y="1270000"/>
                  </a:cubicBezTo>
                  <a:moveTo>
                    <a:pt x="330200" y="377190"/>
                  </a:moveTo>
                  <a:cubicBezTo>
                    <a:pt x="359410" y="389890"/>
                    <a:pt x="359410" y="382270"/>
                    <a:pt x="358140" y="379730"/>
                  </a:cubicBezTo>
                  <a:cubicBezTo>
                    <a:pt x="355600" y="375920"/>
                    <a:pt x="347980" y="374650"/>
                    <a:pt x="342900" y="373380"/>
                  </a:cubicBezTo>
                  <a:cubicBezTo>
                    <a:pt x="339090" y="373380"/>
                    <a:pt x="330200" y="377190"/>
                    <a:pt x="330200" y="377190"/>
                  </a:cubicBezTo>
                  <a:moveTo>
                    <a:pt x="530860" y="1131570"/>
                  </a:moveTo>
                  <a:cubicBezTo>
                    <a:pt x="591820" y="1130300"/>
                    <a:pt x="660400" y="1135380"/>
                    <a:pt x="661670" y="1130300"/>
                  </a:cubicBezTo>
                  <a:cubicBezTo>
                    <a:pt x="662940" y="1129030"/>
                    <a:pt x="660400" y="1129030"/>
                    <a:pt x="659130" y="1126490"/>
                  </a:cubicBezTo>
                  <a:cubicBezTo>
                    <a:pt x="652780" y="1118870"/>
                    <a:pt x="638810" y="1090930"/>
                    <a:pt x="622300" y="1079500"/>
                  </a:cubicBezTo>
                  <a:cubicBezTo>
                    <a:pt x="605790" y="1068070"/>
                    <a:pt x="574040" y="1065530"/>
                    <a:pt x="560070" y="1059180"/>
                  </a:cubicBezTo>
                  <a:cubicBezTo>
                    <a:pt x="551180" y="1056640"/>
                    <a:pt x="542290" y="1050290"/>
                    <a:pt x="541020" y="1051560"/>
                  </a:cubicBezTo>
                  <a:cubicBezTo>
                    <a:pt x="539750" y="1051560"/>
                    <a:pt x="543560" y="1057910"/>
                    <a:pt x="543560" y="1057910"/>
                  </a:cubicBezTo>
                  <a:cubicBezTo>
                    <a:pt x="543560" y="1057910"/>
                    <a:pt x="544830" y="1064260"/>
                    <a:pt x="544830" y="1066800"/>
                  </a:cubicBezTo>
                  <a:cubicBezTo>
                    <a:pt x="546100" y="1070610"/>
                    <a:pt x="547370" y="1076960"/>
                    <a:pt x="547370" y="1076960"/>
                  </a:cubicBezTo>
                  <a:cubicBezTo>
                    <a:pt x="547370" y="1076960"/>
                    <a:pt x="547370" y="1083310"/>
                    <a:pt x="547370" y="1087120"/>
                  </a:cubicBezTo>
                  <a:cubicBezTo>
                    <a:pt x="546100" y="1089660"/>
                    <a:pt x="546100" y="1096010"/>
                    <a:pt x="546100" y="1096010"/>
                  </a:cubicBezTo>
                  <a:cubicBezTo>
                    <a:pt x="546100" y="1096010"/>
                    <a:pt x="544830" y="1102360"/>
                    <a:pt x="543560" y="1106170"/>
                  </a:cubicBezTo>
                  <a:cubicBezTo>
                    <a:pt x="542290" y="1108710"/>
                    <a:pt x="541020" y="1115060"/>
                    <a:pt x="541020" y="1115060"/>
                  </a:cubicBezTo>
                  <a:cubicBezTo>
                    <a:pt x="541020" y="1115060"/>
                    <a:pt x="537210" y="1120140"/>
                    <a:pt x="535940" y="1123950"/>
                  </a:cubicBezTo>
                  <a:cubicBezTo>
                    <a:pt x="534670" y="1126490"/>
                    <a:pt x="530860" y="1131570"/>
                    <a:pt x="530860" y="1131570"/>
                  </a:cubicBezTo>
                  <a:moveTo>
                    <a:pt x="543560" y="420370"/>
                  </a:moveTo>
                  <a:cubicBezTo>
                    <a:pt x="548640" y="452120"/>
                    <a:pt x="560070" y="448310"/>
                    <a:pt x="566420" y="449580"/>
                  </a:cubicBezTo>
                  <a:cubicBezTo>
                    <a:pt x="570230" y="450850"/>
                    <a:pt x="572770" y="454660"/>
                    <a:pt x="577850" y="455930"/>
                  </a:cubicBezTo>
                  <a:cubicBezTo>
                    <a:pt x="584200" y="457200"/>
                    <a:pt x="599440" y="455930"/>
                    <a:pt x="601980" y="452120"/>
                  </a:cubicBezTo>
                  <a:cubicBezTo>
                    <a:pt x="603250" y="449580"/>
                    <a:pt x="600710" y="445770"/>
                    <a:pt x="599440" y="443230"/>
                  </a:cubicBezTo>
                  <a:cubicBezTo>
                    <a:pt x="599440" y="440690"/>
                    <a:pt x="599440" y="439420"/>
                    <a:pt x="598170" y="436880"/>
                  </a:cubicBezTo>
                  <a:cubicBezTo>
                    <a:pt x="593090" y="431800"/>
                    <a:pt x="543560" y="420370"/>
                    <a:pt x="543560" y="420370"/>
                  </a:cubicBezTo>
                  <a:moveTo>
                    <a:pt x="919480" y="1024890"/>
                  </a:moveTo>
                  <a:cubicBezTo>
                    <a:pt x="976630" y="1046480"/>
                    <a:pt x="976630" y="1040130"/>
                    <a:pt x="975360" y="1037590"/>
                  </a:cubicBezTo>
                  <a:cubicBezTo>
                    <a:pt x="972820" y="1035050"/>
                    <a:pt x="969010" y="1036320"/>
                    <a:pt x="965200" y="1035050"/>
                  </a:cubicBezTo>
                  <a:cubicBezTo>
                    <a:pt x="955040" y="1033780"/>
                    <a:pt x="919480" y="1024890"/>
                    <a:pt x="919480" y="1024890"/>
                  </a:cubicBezTo>
                  <a:moveTo>
                    <a:pt x="1018540" y="607060"/>
                  </a:moveTo>
                  <a:cubicBezTo>
                    <a:pt x="1024890" y="618490"/>
                    <a:pt x="1026160" y="629920"/>
                    <a:pt x="1031240" y="632460"/>
                  </a:cubicBezTo>
                  <a:cubicBezTo>
                    <a:pt x="1037590" y="636270"/>
                    <a:pt x="1054100" y="632460"/>
                    <a:pt x="1060450" y="627380"/>
                  </a:cubicBezTo>
                  <a:cubicBezTo>
                    <a:pt x="1064260" y="623570"/>
                    <a:pt x="1064260" y="610870"/>
                    <a:pt x="1065530" y="608330"/>
                  </a:cubicBezTo>
                  <a:cubicBezTo>
                    <a:pt x="1065530" y="607060"/>
                    <a:pt x="1057910" y="608330"/>
                    <a:pt x="1051560" y="608330"/>
                  </a:cubicBezTo>
                  <a:cubicBezTo>
                    <a:pt x="1042670" y="608330"/>
                    <a:pt x="1018540" y="607060"/>
                    <a:pt x="1018540" y="607060"/>
                  </a:cubicBezTo>
                  <a:moveTo>
                    <a:pt x="1305560" y="1140460"/>
                  </a:moveTo>
                  <a:cubicBezTo>
                    <a:pt x="1399540" y="1219200"/>
                    <a:pt x="1443990" y="1212850"/>
                    <a:pt x="1477010" y="1207770"/>
                  </a:cubicBezTo>
                  <a:cubicBezTo>
                    <a:pt x="1510030" y="1203960"/>
                    <a:pt x="1541780" y="1193800"/>
                    <a:pt x="1569720" y="1184910"/>
                  </a:cubicBezTo>
                  <a:cubicBezTo>
                    <a:pt x="1592580" y="1178560"/>
                    <a:pt x="1630680" y="1167130"/>
                    <a:pt x="1631950" y="1160780"/>
                  </a:cubicBezTo>
                  <a:cubicBezTo>
                    <a:pt x="1631950" y="1156970"/>
                    <a:pt x="1623060" y="1151890"/>
                    <a:pt x="1615440" y="1150620"/>
                  </a:cubicBezTo>
                  <a:cubicBezTo>
                    <a:pt x="1598930" y="1148080"/>
                    <a:pt x="1560830" y="1168400"/>
                    <a:pt x="1532890" y="1170940"/>
                  </a:cubicBezTo>
                  <a:cubicBezTo>
                    <a:pt x="1507490" y="1173480"/>
                    <a:pt x="1483360" y="1169670"/>
                    <a:pt x="1455420" y="1168400"/>
                  </a:cubicBezTo>
                  <a:cubicBezTo>
                    <a:pt x="1424940" y="1165860"/>
                    <a:pt x="1385570" y="1165860"/>
                    <a:pt x="1357630" y="1159510"/>
                  </a:cubicBezTo>
                  <a:cubicBezTo>
                    <a:pt x="1337310" y="1154430"/>
                    <a:pt x="1305560" y="1140460"/>
                    <a:pt x="1305560" y="1140460"/>
                  </a:cubicBezTo>
                  <a:moveTo>
                    <a:pt x="1346200" y="426720"/>
                  </a:moveTo>
                  <a:cubicBezTo>
                    <a:pt x="1352550" y="426720"/>
                    <a:pt x="1355090" y="426720"/>
                    <a:pt x="1355090" y="426720"/>
                  </a:cubicBezTo>
                  <a:cubicBezTo>
                    <a:pt x="1355090" y="425450"/>
                    <a:pt x="1351280" y="420370"/>
                    <a:pt x="1350010" y="420370"/>
                  </a:cubicBezTo>
                  <a:cubicBezTo>
                    <a:pt x="1348740" y="420370"/>
                    <a:pt x="1346200" y="426720"/>
                    <a:pt x="1346200" y="426720"/>
                  </a:cubicBezTo>
                  <a:moveTo>
                    <a:pt x="1527810" y="707390"/>
                  </a:moveTo>
                  <a:cubicBezTo>
                    <a:pt x="1581150" y="709930"/>
                    <a:pt x="1581150" y="709930"/>
                    <a:pt x="1581150" y="709930"/>
                  </a:cubicBezTo>
                  <a:cubicBezTo>
                    <a:pt x="1579880" y="709930"/>
                    <a:pt x="1573530" y="701040"/>
                    <a:pt x="1573530" y="698500"/>
                  </a:cubicBezTo>
                  <a:cubicBezTo>
                    <a:pt x="1572260" y="698500"/>
                    <a:pt x="1572260" y="698500"/>
                    <a:pt x="1572260" y="698500"/>
                  </a:cubicBezTo>
                  <a:cubicBezTo>
                    <a:pt x="1570990" y="697230"/>
                    <a:pt x="1567180" y="698500"/>
                    <a:pt x="1563370" y="698500"/>
                  </a:cubicBezTo>
                  <a:cubicBezTo>
                    <a:pt x="1557020" y="699770"/>
                    <a:pt x="1535430" y="697230"/>
                    <a:pt x="1530350" y="701040"/>
                  </a:cubicBezTo>
                  <a:cubicBezTo>
                    <a:pt x="1527810" y="702310"/>
                    <a:pt x="1527810" y="707390"/>
                    <a:pt x="1527810" y="707390"/>
                  </a:cubicBezTo>
                  <a:moveTo>
                    <a:pt x="1629410" y="477520"/>
                  </a:moveTo>
                  <a:cubicBezTo>
                    <a:pt x="1631950" y="478790"/>
                    <a:pt x="1631950" y="474980"/>
                    <a:pt x="1631950" y="474980"/>
                  </a:cubicBezTo>
                  <a:cubicBezTo>
                    <a:pt x="1631950" y="474980"/>
                    <a:pt x="1629410" y="477520"/>
                    <a:pt x="1629410" y="477520"/>
                  </a:cubicBezTo>
                  <a:moveTo>
                    <a:pt x="1868170" y="999490"/>
                  </a:moveTo>
                  <a:cubicBezTo>
                    <a:pt x="1911350" y="960120"/>
                    <a:pt x="1938020" y="930910"/>
                    <a:pt x="1938020" y="928370"/>
                  </a:cubicBezTo>
                  <a:cubicBezTo>
                    <a:pt x="1938020" y="928370"/>
                    <a:pt x="1936750" y="928370"/>
                    <a:pt x="1935480" y="929640"/>
                  </a:cubicBezTo>
                  <a:cubicBezTo>
                    <a:pt x="1934210" y="929640"/>
                    <a:pt x="1932940" y="930910"/>
                    <a:pt x="1931670" y="930910"/>
                  </a:cubicBezTo>
                  <a:cubicBezTo>
                    <a:pt x="1929130" y="930910"/>
                    <a:pt x="1925320" y="930910"/>
                    <a:pt x="1921510" y="930910"/>
                  </a:cubicBezTo>
                  <a:cubicBezTo>
                    <a:pt x="1918970" y="932180"/>
                    <a:pt x="1916430" y="932180"/>
                    <a:pt x="1912620" y="932180"/>
                  </a:cubicBezTo>
                  <a:cubicBezTo>
                    <a:pt x="1903730" y="933450"/>
                    <a:pt x="1875790" y="932180"/>
                    <a:pt x="1873250" y="932180"/>
                  </a:cubicBezTo>
                  <a:cubicBezTo>
                    <a:pt x="1873250" y="932180"/>
                    <a:pt x="1873250" y="932180"/>
                    <a:pt x="1871980" y="932180"/>
                  </a:cubicBezTo>
                  <a:cubicBezTo>
                    <a:pt x="1871980" y="933450"/>
                    <a:pt x="1873250" y="939800"/>
                    <a:pt x="1873250" y="946150"/>
                  </a:cubicBezTo>
                  <a:cubicBezTo>
                    <a:pt x="1871980" y="957580"/>
                    <a:pt x="1868170" y="999490"/>
                    <a:pt x="1868170" y="999490"/>
                  </a:cubicBezTo>
                  <a:moveTo>
                    <a:pt x="1869440" y="621030"/>
                  </a:moveTo>
                  <a:cubicBezTo>
                    <a:pt x="1870710" y="650240"/>
                    <a:pt x="1870710" y="702310"/>
                    <a:pt x="1870710" y="726440"/>
                  </a:cubicBezTo>
                  <a:cubicBezTo>
                    <a:pt x="1871980" y="740410"/>
                    <a:pt x="1865630" y="755650"/>
                    <a:pt x="1871980" y="762000"/>
                  </a:cubicBezTo>
                  <a:cubicBezTo>
                    <a:pt x="1878330" y="768350"/>
                    <a:pt x="1903730" y="760730"/>
                    <a:pt x="1912620" y="762000"/>
                  </a:cubicBezTo>
                  <a:cubicBezTo>
                    <a:pt x="1917700" y="762000"/>
                    <a:pt x="1918970" y="763270"/>
                    <a:pt x="1922780" y="763270"/>
                  </a:cubicBezTo>
                  <a:cubicBezTo>
                    <a:pt x="1925320" y="763270"/>
                    <a:pt x="1929130" y="763270"/>
                    <a:pt x="1931670" y="764540"/>
                  </a:cubicBezTo>
                  <a:cubicBezTo>
                    <a:pt x="1932940" y="764540"/>
                    <a:pt x="1934210" y="765810"/>
                    <a:pt x="1935480" y="765810"/>
                  </a:cubicBezTo>
                  <a:cubicBezTo>
                    <a:pt x="1936750" y="765810"/>
                    <a:pt x="1938020" y="765810"/>
                    <a:pt x="1940560" y="765810"/>
                  </a:cubicBezTo>
                  <a:cubicBezTo>
                    <a:pt x="1943100" y="767080"/>
                    <a:pt x="1945640" y="769620"/>
                    <a:pt x="1948180" y="770890"/>
                  </a:cubicBezTo>
                  <a:cubicBezTo>
                    <a:pt x="1950720" y="772160"/>
                    <a:pt x="1954530" y="773430"/>
                    <a:pt x="1957070" y="774700"/>
                  </a:cubicBezTo>
                  <a:cubicBezTo>
                    <a:pt x="1958340" y="774700"/>
                    <a:pt x="1959610" y="775970"/>
                    <a:pt x="1960880" y="777240"/>
                  </a:cubicBezTo>
                  <a:cubicBezTo>
                    <a:pt x="1962150" y="778510"/>
                    <a:pt x="1963420" y="778510"/>
                    <a:pt x="1964690" y="779780"/>
                  </a:cubicBezTo>
                  <a:cubicBezTo>
                    <a:pt x="1967230" y="781050"/>
                    <a:pt x="1968500" y="783590"/>
                    <a:pt x="1971040" y="786130"/>
                  </a:cubicBezTo>
                  <a:cubicBezTo>
                    <a:pt x="1973580" y="788670"/>
                    <a:pt x="1976120" y="789940"/>
                    <a:pt x="1978660" y="792480"/>
                  </a:cubicBezTo>
                  <a:cubicBezTo>
                    <a:pt x="1979930" y="793750"/>
                    <a:pt x="1979930" y="795020"/>
                    <a:pt x="1979930" y="796290"/>
                  </a:cubicBezTo>
                  <a:cubicBezTo>
                    <a:pt x="1981200" y="797560"/>
                    <a:pt x="1982470" y="797560"/>
                    <a:pt x="1983740" y="800100"/>
                  </a:cubicBezTo>
                  <a:cubicBezTo>
                    <a:pt x="1985010" y="801370"/>
                    <a:pt x="1986280" y="805180"/>
                    <a:pt x="1987550" y="807720"/>
                  </a:cubicBezTo>
                  <a:cubicBezTo>
                    <a:pt x="1988820" y="810260"/>
                    <a:pt x="1991360" y="814070"/>
                    <a:pt x="1992630" y="815340"/>
                  </a:cubicBezTo>
                  <a:cubicBezTo>
                    <a:pt x="1992630" y="817880"/>
                    <a:pt x="1992630" y="819150"/>
                    <a:pt x="1993900" y="820420"/>
                  </a:cubicBezTo>
                  <a:cubicBezTo>
                    <a:pt x="1993900" y="821690"/>
                    <a:pt x="1995170" y="822960"/>
                    <a:pt x="1995170" y="824230"/>
                  </a:cubicBezTo>
                  <a:cubicBezTo>
                    <a:pt x="1996440" y="826770"/>
                    <a:pt x="1996440" y="830580"/>
                    <a:pt x="1996440" y="834390"/>
                  </a:cubicBezTo>
                  <a:cubicBezTo>
                    <a:pt x="1996440" y="836930"/>
                    <a:pt x="1997710" y="840740"/>
                    <a:pt x="1997710" y="843280"/>
                  </a:cubicBezTo>
                  <a:cubicBezTo>
                    <a:pt x="1998980" y="844550"/>
                    <a:pt x="1997710" y="845820"/>
                    <a:pt x="1997710" y="847090"/>
                  </a:cubicBezTo>
                  <a:cubicBezTo>
                    <a:pt x="1997710" y="848360"/>
                    <a:pt x="1997710" y="850900"/>
                    <a:pt x="1997710" y="852170"/>
                  </a:cubicBezTo>
                  <a:cubicBezTo>
                    <a:pt x="1998980" y="853440"/>
                    <a:pt x="2032000" y="807720"/>
                    <a:pt x="2045970" y="781050"/>
                  </a:cubicBezTo>
                  <a:cubicBezTo>
                    <a:pt x="2061210" y="751840"/>
                    <a:pt x="2076450" y="715010"/>
                    <a:pt x="2084070" y="681990"/>
                  </a:cubicBezTo>
                  <a:cubicBezTo>
                    <a:pt x="2091690" y="648970"/>
                    <a:pt x="2091690" y="617220"/>
                    <a:pt x="2092960" y="584200"/>
                  </a:cubicBezTo>
                  <a:cubicBezTo>
                    <a:pt x="2094230" y="551180"/>
                    <a:pt x="2103120" y="516890"/>
                    <a:pt x="2094230" y="485140"/>
                  </a:cubicBezTo>
                  <a:cubicBezTo>
                    <a:pt x="2086610" y="452120"/>
                    <a:pt x="2061210" y="421640"/>
                    <a:pt x="2042160" y="392430"/>
                  </a:cubicBezTo>
                  <a:cubicBezTo>
                    <a:pt x="2023110" y="361950"/>
                    <a:pt x="2000250" y="327660"/>
                    <a:pt x="1978660" y="306070"/>
                  </a:cubicBezTo>
                  <a:cubicBezTo>
                    <a:pt x="1962150" y="289560"/>
                    <a:pt x="1939290" y="264160"/>
                    <a:pt x="1926590" y="269240"/>
                  </a:cubicBezTo>
                  <a:cubicBezTo>
                    <a:pt x="1908810" y="276860"/>
                    <a:pt x="1911350" y="368300"/>
                    <a:pt x="1906270" y="410210"/>
                  </a:cubicBezTo>
                  <a:cubicBezTo>
                    <a:pt x="1901190" y="443230"/>
                    <a:pt x="1901190" y="472440"/>
                    <a:pt x="1894840" y="500380"/>
                  </a:cubicBezTo>
                  <a:cubicBezTo>
                    <a:pt x="1889760" y="523240"/>
                    <a:pt x="1878330" y="546100"/>
                    <a:pt x="1874520" y="561340"/>
                  </a:cubicBezTo>
                  <a:cubicBezTo>
                    <a:pt x="1873250" y="571500"/>
                    <a:pt x="1874520" y="579120"/>
                    <a:pt x="1873250" y="585470"/>
                  </a:cubicBezTo>
                  <a:cubicBezTo>
                    <a:pt x="1873250" y="590550"/>
                    <a:pt x="1871980" y="595630"/>
                    <a:pt x="1870710" y="598170"/>
                  </a:cubicBezTo>
                  <a:cubicBezTo>
                    <a:pt x="1870710" y="600710"/>
                    <a:pt x="1871980" y="600710"/>
                    <a:pt x="1871980" y="603250"/>
                  </a:cubicBezTo>
                  <a:cubicBezTo>
                    <a:pt x="1871980" y="605790"/>
                    <a:pt x="1871980" y="612140"/>
                    <a:pt x="1871980" y="612140"/>
                  </a:cubicBezTo>
                  <a:cubicBezTo>
                    <a:pt x="1871980" y="612140"/>
                    <a:pt x="1869440" y="621030"/>
                    <a:pt x="1869440" y="621030"/>
                  </a:cubicBezTo>
                </a:path>
              </a:pathLst>
            </a:custGeom>
            <a:solidFill>
              <a:srgbClr val="FFFFFF"/>
            </a:solidFill>
            <a:ln cap="sq">
              <a:noFill/>
              <a:prstDash val="solid"/>
              <a:miter/>
            </a:ln>
          </p:spPr>
        </p:sp>
      </p:grpSp>
      <p:grpSp>
        <p:nvGrpSpPr>
          <p:cNvPr id="42" name="Group 42"/>
          <p:cNvGrpSpPr/>
          <p:nvPr/>
        </p:nvGrpSpPr>
        <p:grpSpPr>
          <a:xfrm>
            <a:off x="11462385" y="-154305"/>
            <a:ext cx="1764030" cy="1324927"/>
            <a:chOff x="0" y="0"/>
            <a:chExt cx="2352040" cy="1766570"/>
          </a:xfrm>
        </p:grpSpPr>
        <p:sp>
          <p:nvSpPr>
            <p:cNvPr id="43" name="Freeform 43"/>
            <p:cNvSpPr/>
            <p:nvPr/>
          </p:nvSpPr>
          <p:spPr>
            <a:xfrm>
              <a:off x="40640" y="46990"/>
              <a:ext cx="2265680" cy="1670050"/>
            </a:xfrm>
            <a:custGeom>
              <a:avLst/>
              <a:gdLst/>
              <a:ahLst/>
              <a:cxnLst/>
              <a:rect l="l" t="t" r="r" b="b"/>
              <a:pathLst>
                <a:path w="2265680" h="1670050">
                  <a:moveTo>
                    <a:pt x="1751330" y="532130"/>
                  </a:moveTo>
                  <a:cubicBezTo>
                    <a:pt x="1672590" y="577850"/>
                    <a:pt x="1762760" y="770890"/>
                    <a:pt x="1738630" y="817880"/>
                  </a:cubicBezTo>
                  <a:cubicBezTo>
                    <a:pt x="1724660" y="842010"/>
                    <a:pt x="1676400" y="861060"/>
                    <a:pt x="1663700" y="852170"/>
                  </a:cubicBezTo>
                  <a:cubicBezTo>
                    <a:pt x="1645920" y="839470"/>
                    <a:pt x="1686560" y="741680"/>
                    <a:pt x="1691640" y="679450"/>
                  </a:cubicBezTo>
                  <a:cubicBezTo>
                    <a:pt x="1697990" y="605790"/>
                    <a:pt x="1699260" y="519430"/>
                    <a:pt x="1694180" y="439420"/>
                  </a:cubicBezTo>
                  <a:cubicBezTo>
                    <a:pt x="1689100" y="360680"/>
                    <a:pt x="1648460" y="255270"/>
                    <a:pt x="1661160" y="204470"/>
                  </a:cubicBezTo>
                  <a:cubicBezTo>
                    <a:pt x="1668780" y="175260"/>
                    <a:pt x="1686560" y="153670"/>
                    <a:pt x="1706880" y="143510"/>
                  </a:cubicBezTo>
                  <a:cubicBezTo>
                    <a:pt x="1727200" y="134620"/>
                    <a:pt x="1764030" y="138430"/>
                    <a:pt x="1783080" y="147320"/>
                  </a:cubicBezTo>
                  <a:cubicBezTo>
                    <a:pt x="1799590" y="156210"/>
                    <a:pt x="1811020" y="171450"/>
                    <a:pt x="1818640" y="193040"/>
                  </a:cubicBezTo>
                  <a:cubicBezTo>
                    <a:pt x="1832610" y="232410"/>
                    <a:pt x="1814830" y="308610"/>
                    <a:pt x="1817370" y="375920"/>
                  </a:cubicBezTo>
                  <a:cubicBezTo>
                    <a:pt x="1821180" y="457200"/>
                    <a:pt x="1822450" y="551180"/>
                    <a:pt x="1842770" y="648970"/>
                  </a:cubicBezTo>
                  <a:cubicBezTo>
                    <a:pt x="1866900" y="768350"/>
                    <a:pt x="1992630" y="971550"/>
                    <a:pt x="1971040" y="1033780"/>
                  </a:cubicBezTo>
                  <a:cubicBezTo>
                    <a:pt x="1962150" y="1060450"/>
                    <a:pt x="1922780" y="1085850"/>
                    <a:pt x="1907540" y="1078230"/>
                  </a:cubicBezTo>
                  <a:cubicBezTo>
                    <a:pt x="1852930" y="1049020"/>
                    <a:pt x="1913890" y="356870"/>
                    <a:pt x="1924050" y="212090"/>
                  </a:cubicBezTo>
                  <a:cubicBezTo>
                    <a:pt x="1927860" y="162560"/>
                    <a:pt x="1934210" y="114300"/>
                    <a:pt x="1935480" y="114300"/>
                  </a:cubicBezTo>
                  <a:cubicBezTo>
                    <a:pt x="1936750" y="114300"/>
                    <a:pt x="1939290" y="204470"/>
                    <a:pt x="1934210" y="205740"/>
                  </a:cubicBezTo>
                  <a:cubicBezTo>
                    <a:pt x="1931670" y="205740"/>
                    <a:pt x="1916430" y="171450"/>
                    <a:pt x="1917700" y="153670"/>
                  </a:cubicBezTo>
                  <a:cubicBezTo>
                    <a:pt x="1920240" y="134620"/>
                    <a:pt x="1935480" y="104140"/>
                    <a:pt x="1953260" y="92710"/>
                  </a:cubicBezTo>
                  <a:cubicBezTo>
                    <a:pt x="1971040" y="82550"/>
                    <a:pt x="2006600" y="82550"/>
                    <a:pt x="2023110" y="87630"/>
                  </a:cubicBezTo>
                  <a:cubicBezTo>
                    <a:pt x="2035810" y="91440"/>
                    <a:pt x="2043430" y="99060"/>
                    <a:pt x="2052320" y="110490"/>
                  </a:cubicBezTo>
                  <a:cubicBezTo>
                    <a:pt x="2067560" y="128270"/>
                    <a:pt x="2078990" y="156210"/>
                    <a:pt x="2096770" y="193040"/>
                  </a:cubicBezTo>
                  <a:cubicBezTo>
                    <a:pt x="2128520" y="260350"/>
                    <a:pt x="2192020" y="400050"/>
                    <a:pt x="2218690" y="488950"/>
                  </a:cubicBezTo>
                  <a:cubicBezTo>
                    <a:pt x="2240280" y="557530"/>
                    <a:pt x="2255520" y="631190"/>
                    <a:pt x="2260600" y="676910"/>
                  </a:cubicBezTo>
                  <a:cubicBezTo>
                    <a:pt x="2263140" y="703580"/>
                    <a:pt x="2265680" y="721360"/>
                    <a:pt x="2259330" y="740410"/>
                  </a:cubicBezTo>
                  <a:cubicBezTo>
                    <a:pt x="2254250" y="758190"/>
                    <a:pt x="2240280" y="778510"/>
                    <a:pt x="2227580" y="788670"/>
                  </a:cubicBezTo>
                  <a:cubicBezTo>
                    <a:pt x="2217420" y="797560"/>
                    <a:pt x="2204720" y="801370"/>
                    <a:pt x="2192020" y="803910"/>
                  </a:cubicBezTo>
                  <a:cubicBezTo>
                    <a:pt x="2179320" y="805180"/>
                    <a:pt x="2165350" y="805180"/>
                    <a:pt x="2152650" y="800100"/>
                  </a:cubicBezTo>
                  <a:cubicBezTo>
                    <a:pt x="2137410" y="792480"/>
                    <a:pt x="2123440" y="783590"/>
                    <a:pt x="2108200" y="762000"/>
                  </a:cubicBezTo>
                  <a:cubicBezTo>
                    <a:pt x="2071370" y="712470"/>
                    <a:pt x="2023110" y="566420"/>
                    <a:pt x="1986280" y="466090"/>
                  </a:cubicBezTo>
                  <a:cubicBezTo>
                    <a:pt x="1950720" y="367030"/>
                    <a:pt x="1901190" y="218440"/>
                    <a:pt x="1889760" y="165100"/>
                  </a:cubicBezTo>
                  <a:cubicBezTo>
                    <a:pt x="1885950" y="147320"/>
                    <a:pt x="1883410" y="140970"/>
                    <a:pt x="1887220" y="128270"/>
                  </a:cubicBezTo>
                  <a:cubicBezTo>
                    <a:pt x="1889760" y="111760"/>
                    <a:pt x="1899920" y="90170"/>
                    <a:pt x="1913890" y="80010"/>
                  </a:cubicBezTo>
                  <a:cubicBezTo>
                    <a:pt x="1931670" y="67310"/>
                    <a:pt x="1965960" y="58420"/>
                    <a:pt x="1986280" y="64770"/>
                  </a:cubicBezTo>
                  <a:cubicBezTo>
                    <a:pt x="2006600" y="69850"/>
                    <a:pt x="2035810" y="95250"/>
                    <a:pt x="2039620" y="114300"/>
                  </a:cubicBezTo>
                  <a:cubicBezTo>
                    <a:pt x="2043430" y="135890"/>
                    <a:pt x="2009140" y="163830"/>
                    <a:pt x="2004060" y="191770"/>
                  </a:cubicBezTo>
                  <a:cubicBezTo>
                    <a:pt x="1997710" y="219710"/>
                    <a:pt x="2007870" y="243840"/>
                    <a:pt x="2005330" y="280670"/>
                  </a:cubicBezTo>
                  <a:cubicBezTo>
                    <a:pt x="2001520" y="344170"/>
                    <a:pt x="1976120" y="433070"/>
                    <a:pt x="1964690" y="537210"/>
                  </a:cubicBezTo>
                  <a:cubicBezTo>
                    <a:pt x="1944370" y="699770"/>
                    <a:pt x="1927860" y="1085850"/>
                    <a:pt x="1915160" y="1165860"/>
                  </a:cubicBezTo>
                  <a:cubicBezTo>
                    <a:pt x="1911350" y="1186180"/>
                    <a:pt x="1912620" y="1191260"/>
                    <a:pt x="1905000" y="1201420"/>
                  </a:cubicBezTo>
                  <a:cubicBezTo>
                    <a:pt x="1897380" y="1215390"/>
                    <a:pt x="1878330" y="1231900"/>
                    <a:pt x="1863090" y="1236980"/>
                  </a:cubicBezTo>
                  <a:cubicBezTo>
                    <a:pt x="1851660" y="1242060"/>
                    <a:pt x="1838960" y="1243330"/>
                    <a:pt x="1826260" y="1240790"/>
                  </a:cubicBezTo>
                  <a:cubicBezTo>
                    <a:pt x="1811020" y="1238250"/>
                    <a:pt x="1793240" y="1234440"/>
                    <a:pt x="1779270" y="1215390"/>
                  </a:cubicBezTo>
                  <a:cubicBezTo>
                    <a:pt x="1736090" y="1158240"/>
                    <a:pt x="1705610" y="901700"/>
                    <a:pt x="1685290" y="775970"/>
                  </a:cubicBezTo>
                  <a:cubicBezTo>
                    <a:pt x="1670050" y="681990"/>
                    <a:pt x="1673860" y="623570"/>
                    <a:pt x="1658620" y="528320"/>
                  </a:cubicBezTo>
                  <a:cubicBezTo>
                    <a:pt x="1639570" y="401320"/>
                    <a:pt x="1563370" y="153670"/>
                    <a:pt x="1567180" y="80010"/>
                  </a:cubicBezTo>
                  <a:cubicBezTo>
                    <a:pt x="1568450" y="54610"/>
                    <a:pt x="1573530" y="43180"/>
                    <a:pt x="1583690" y="30480"/>
                  </a:cubicBezTo>
                  <a:cubicBezTo>
                    <a:pt x="1593850" y="17780"/>
                    <a:pt x="1612900" y="7620"/>
                    <a:pt x="1628140" y="3810"/>
                  </a:cubicBezTo>
                  <a:cubicBezTo>
                    <a:pt x="1639570" y="1270"/>
                    <a:pt x="1651000" y="1270"/>
                    <a:pt x="1662430" y="6350"/>
                  </a:cubicBezTo>
                  <a:cubicBezTo>
                    <a:pt x="1678940" y="13970"/>
                    <a:pt x="1699260" y="26670"/>
                    <a:pt x="1710690" y="55880"/>
                  </a:cubicBezTo>
                  <a:cubicBezTo>
                    <a:pt x="1741170" y="130810"/>
                    <a:pt x="1699260" y="375920"/>
                    <a:pt x="1717040" y="535940"/>
                  </a:cubicBezTo>
                  <a:cubicBezTo>
                    <a:pt x="1734820" y="695960"/>
                    <a:pt x="1788160" y="891540"/>
                    <a:pt x="1817370" y="1013460"/>
                  </a:cubicBezTo>
                  <a:cubicBezTo>
                    <a:pt x="1835150" y="1090930"/>
                    <a:pt x="1845310" y="1144270"/>
                    <a:pt x="1866900" y="1200150"/>
                  </a:cubicBezTo>
                  <a:cubicBezTo>
                    <a:pt x="1884680" y="1249680"/>
                    <a:pt x="1926590" y="1301750"/>
                    <a:pt x="1934210" y="1332230"/>
                  </a:cubicBezTo>
                  <a:cubicBezTo>
                    <a:pt x="1939290" y="1346200"/>
                    <a:pt x="1939290" y="1355090"/>
                    <a:pt x="1936750" y="1366520"/>
                  </a:cubicBezTo>
                  <a:cubicBezTo>
                    <a:pt x="1935480" y="1377950"/>
                    <a:pt x="1931670" y="1389380"/>
                    <a:pt x="1922780" y="1398270"/>
                  </a:cubicBezTo>
                  <a:cubicBezTo>
                    <a:pt x="1913890" y="1408430"/>
                    <a:pt x="1894840" y="1421130"/>
                    <a:pt x="1879600" y="1424940"/>
                  </a:cubicBezTo>
                  <a:cubicBezTo>
                    <a:pt x="1864360" y="1427480"/>
                    <a:pt x="1842770" y="1423670"/>
                    <a:pt x="1830070" y="1416050"/>
                  </a:cubicBezTo>
                  <a:cubicBezTo>
                    <a:pt x="1816100" y="1407160"/>
                    <a:pt x="1804670" y="1398270"/>
                    <a:pt x="1798320" y="1375410"/>
                  </a:cubicBezTo>
                  <a:cubicBezTo>
                    <a:pt x="1774190" y="1301750"/>
                    <a:pt x="1824990" y="969010"/>
                    <a:pt x="1822450" y="853440"/>
                  </a:cubicBezTo>
                  <a:cubicBezTo>
                    <a:pt x="1821180" y="796290"/>
                    <a:pt x="1819910" y="770890"/>
                    <a:pt x="1811020" y="723900"/>
                  </a:cubicBezTo>
                  <a:cubicBezTo>
                    <a:pt x="1800860" y="664210"/>
                    <a:pt x="1737360" y="537210"/>
                    <a:pt x="1753870" y="524510"/>
                  </a:cubicBezTo>
                  <a:cubicBezTo>
                    <a:pt x="1764030" y="515620"/>
                    <a:pt x="1813560" y="532130"/>
                    <a:pt x="1826260" y="560070"/>
                  </a:cubicBezTo>
                  <a:cubicBezTo>
                    <a:pt x="1861820" y="635000"/>
                    <a:pt x="1732280" y="965200"/>
                    <a:pt x="1682750" y="1145540"/>
                  </a:cubicBezTo>
                  <a:cubicBezTo>
                    <a:pt x="1640840" y="1300480"/>
                    <a:pt x="1592580" y="1512570"/>
                    <a:pt x="1553210" y="1574800"/>
                  </a:cubicBezTo>
                  <a:cubicBezTo>
                    <a:pt x="1539240" y="1596390"/>
                    <a:pt x="1530350" y="1605280"/>
                    <a:pt x="1513840" y="1610360"/>
                  </a:cubicBezTo>
                  <a:cubicBezTo>
                    <a:pt x="1494790" y="1616710"/>
                    <a:pt x="1460500" y="1610360"/>
                    <a:pt x="1443990" y="1602740"/>
                  </a:cubicBezTo>
                  <a:cubicBezTo>
                    <a:pt x="1432560" y="1596390"/>
                    <a:pt x="1424940" y="1587500"/>
                    <a:pt x="1419860" y="1576070"/>
                  </a:cubicBezTo>
                  <a:cubicBezTo>
                    <a:pt x="1413510" y="1562100"/>
                    <a:pt x="1419860" y="1540510"/>
                    <a:pt x="1413510" y="1522730"/>
                  </a:cubicBezTo>
                  <a:cubicBezTo>
                    <a:pt x="1405890" y="1501140"/>
                    <a:pt x="1389380" y="1488440"/>
                    <a:pt x="1375410" y="1455420"/>
                  </a:cubicBezTo>
                  <a:cubicBezTo>
                    <a:pt x="1344930" y="1379220"/>
                    <a:pt x="1301750" y="1192530"/>
                    <a:pt x="1272540" y="1052830"/>
                  </a:cubicBezTo>
                  <a:cubicBezTo>
                    <a:pt x="1240790" y="901700"/>
                    <a:pt x="1212850" y="727710"/>
                    <a:pt x="1198880" y="580390"/>
                  </a:cubicBezTo>
                  <a:cubicBezTo>
                    <a:pt x="1186180" y="452120"/>
                    <a:pt x="1169670" y="269240"/>
                    <a:pt x="1187450" y="218440"/>
                  </a:cubicBezTo>
                  <a:cubicBezTo>
                    <a:pt x="1192530" y="203200"/>
                    <a:pt x="1200150" y="198120"/>
                    <a:pt x="1210310" y="191770"/>
                  </a:cubicBezTo>
                  <a:cubicBezTo>
                    <a:pt x="1223010" y="184150"/>
                    <a:pt x="1244600" y="177800"/>
                    <a:pt x="1261110" y="179070"/>
                  </a:cubicBezTo>
                  <a:cubicBezTo>
                    <a:pt x="1277620" y="180340"/>
                    <a:pt x="1296670" y="190500"/>
                    <a:pt x="1306830" y="203200"/>
                  </a:cubicBezTo>
                  <a:cubicBezTo>
                    <a:pt x="1318260" y="214630"/>
                    <a:pt x="1324610" y="231140"/>
                    <a:pt x="1325880" y="251460"/>
                  </a:cubicBezTo>
                  <a:cubicBezTo>
                    <a:pt x="1328420" y="281940"/>
                    <a:pt x="1304290" y="317500"/>
                    <a:pt x="1296670" y="368300"/>
                  </a:cubicBezTo>
                  <a:cubicBezTo>
                    <a:pt x="1280160" y="466090"/>
                    <a:pt x="1272540" y="628650"/>
                    <a:pt x="1266190" y="792480"/>
                  </a:cubicBezTo>
                  <a:cubicBezTo>
                    <a:pt x="1257300" y="1018540"/>
                    <a:pt x="1282700" y="1494790"/>
                    <a:pt x="1262380" y="1597660"/>
                  </a:cubicBezTo>
                  <a:cubicBezTo>
                    <a:pt x="1258570" y="1624330"/>
                    <a:pt x="1257300" y="1633220"/>
                    <a:pt x="1244600" y="1644650"/>
                  </a:cubicBezTo>
                  <a:cubicBezTo>
                    <a:pt x="1231900" y="1658620"/>
                    <a:pt x="1202690" y="1670050"/>
                    <a:pt x="1183640" y="1667510"/>
                  </a:cubicBezTo>
                  <a:cubicBezTo>
                    <a:pt x="1164590" y="1666240"/>
                    <a:pt x="1145540" y="1649730"/>
                    <a:pt x="1129030" y="1630680"/>
                  </a:cubicBezTo>
                  <a:cubicBezTo>
                    <a:pt x="1107440" y="1604010"/>
                    <a:pt x="1097280" y="1569720"/>
                    <a:pt x="1079500" y="1513840"/>
                  </a:cubicBezTo>
                  <a:cubicBezTo>
                    <a:pt x="1035050" y="1384300"/>
                    <a:pt x="974090" y="1064260"/>
                    <a:pt x="915670" y="857250"/>
                  </a:cubicBezTo>
                  <a:cubicBezTo>
                    <a:pt x="861060" y="666750"/>
                    <a:pt x="706120" y="394970"/>
                    <a:pt x="741680" y="316230"/>
                  </a:cubicBezTo>
                  <a:cubicBezTo>
                    <a:pt x="758190" y="280670"/>
                    <a:pt x="821690" y="254000"/>
                    <a:pt x="844550" y="269240"/>
                  </a:cubicBezTo>
                  <a:cubicBezTo>
                    <a:pt x="896620" y="302260"/>
                    <a:pt x="826770" y="636270"/>
                    <a:pt x="842010" y="808990"/>
                  </a:cubicBezTo>
                  <a:cubicBezTo>
                    <a:pt x="854710" y="969010"/>
                    <a:pt x="937260" y="1187450"/>
                    <a:pt x="922020" y="1268730"/>
                  </a:cubicBezTo>
                  <a:cubicBezTo>
                    <a:pt x="916940" y="1300480"/>
                    <a:pt x="902970" y="1318260"/>
                    <a:pt x="886460" y="1329690"/>
                  </a:cubicBezTo>
                  <a:cubicBezTo>
                    <a:pt x="871220" y="1339850"/>
                    <a:pt x="849630" y="1344930"/>
                    <a:pt x="833120" y="1339850"/>
                  </a:cubicBezTo>
                  <a:cubicBezTo>
                    <a:pt x="812800" y="1336040"/>
                    <a:pt x="796290" y="1323340"/>
                    <a:pt x="775970" y="1296670"/>
                  </a:cubicBezTo>
                  <a:cubicBezTo>
                    <a:pt x="722630" y="1225550"/>
                    <a:pt x="647700" y="938530"/>
                    <a:pt x="590550" y="819150"/>
                  </a:cubicBezTo>
                  <a:cubicBezTo>
                    <a:pt x="554990" y="742950"/>
                    <a:pt x="514350" y="693420"/>
                    <a:pt x="488950" y="640080"/>
                  </a:cubicBezTo>
                  <a:cubicBezTo>
                    <a:pt x="469900" y="599440"/>
                    <a:pt x="468630" y="574040"/>
                    <a:pt x="447040" y="530860"/>
                  </a:cubicBezTo>
                  <a:cubicBezTo>
                    <a:pt x="414020" y="463550"/>
                    <a:pt x="306070" y="332740"/>
                    <a:pt x="290830" y="278130"/>
                  </a:cubicBezTo>
                  <a:cubicBezTo>
                    <a:pt x="284480" y="255270"/>
                    <a:pt x="285750" y="241300"/>
                    <a:pt x="292100" y="226060"/>
                  </a:cubicBezTo>
                  <a:cubicBezTo>
                    <a:pt x="298450" y="209550"/>
                    <a:pt x="312420" y="194310"/>
                    <a:pt x="327660" y="186690"/>
                  </a:cubicBezTo>
                  <a:cubicBezTo>
                    <a:pt x="341630" y="179070"/>
                    <a:pt x="365760" y="177800"/>
                    <a:pt x="379730" y="180340"/>
                  </a:cubicBezTo>
                  <a:cubicBezTo>
                    <a:pt x="392430" y="182880"/>
                    <a:pt x="403860" y="191770"/>
                    <a:pt x="411480" y="198120"/>
                  </a:cubicBezTo>
                  <a:cubicBezTo>
                    <a:pt x="416560" y="201930"/>
                    <a:pt x="420370" y="204470"/>
                    <a:pt x="422910" y="210820"/>
                  </a:cubicBezTo>
                  <a:cubicBezTo>
                    <a:pt x="427990" y="227330"/>
                    <a:pt x="412750" y="266700"/>
                    <a:pt x="414020" y="303530"/>
                  </a:cubicBezTo>
                  <a:cubicBezTo>
                    <a:pt x="416560" y="356870"/>
                    <a:pt x="433070" y="435610"/>
                    <a:pt x="450850" y="502920"/>
                  </a:cubicBezTo>
                  <a:cubicBezTo>
                    <a:pt x="468630" y="574040"/>
                    <a:pt x="495300" y="648970"/>
                    <a:pt x="523240" y="721360"/>
                  </a:cubicBezTo>
                  <a:cubicBezTo>
                    <a:pt x="551180" y="793750"/>
                    <a:pt x="594360" y="864870"/>
                    <a:pt x="621030" y="933450"/>
                  </a:cubicBezTo>
                  <a:cubicBezTo>
                    <a:pt x="646430" y="998220"/>
                    <a:pt x="688340" y="1075690"/>
                    <a:pt x="684530" y="1122680"/>
                  </a:cubicBezTo>
                  <a:cubicBezTo>
                    <a:pt x="683260" y="1150620"/>
                    <a:pt x="670560" y="1176020"/>
                    <a:pt x="652780" y="1188720"/>
                  </a:cubicBezTo>
                  <a:cubicBezTo>
                    <a:pt x="636270" y="1201420"/>
                    <a:pt x="600710" y="1206500"/>
                    <a:pt x="580390" y="1200150"/>
                  </a:cubicBezTo>
                  <a:cubicBezTo>
                    <a:pt x="562610" y="1195070"/>
                    <a:pt x="549910" y="1181100"/>
                    <a:pt x="537210" y="1164590"/>
                  </a:cubicBezTo>
                  <a:cubicBezTo>
                    <a:pt x="516890" y="1139190"/>
                    <a:pt x="501650" y="1102360"/>
                    <a:pt x="480060" y="1057910"/>
                  </a:cubicBezTo>
                  <a:cubicBezTo>
                    <a:pt x="447040" y="990600"/>
                    <a:pt x="401320" y="895350"/>
                    <a:pt x="364490" y="796290"/>
                  </a:cubicBezTo>
                  <a:cubicBezTo>
                    <a:pt x="320040" y="674370"/>
                    <a:pt x="270510" y="459740"/>
                    <a:pt x="238760" y="373380"/>
                  </a:cubicBezTo>
                  <a:cubicBezTo>
                    <a:pt x="223520" y="334010"/>
                    <a:pt x="205740" y="312420"/>
                    <a:pt x="200660" y="289560"/>
                  </a:cubicBezTo>
                  <a:cubicBezTo>
                    <a:pt x="198120" y="274320"/>
                    <a:pt x="196850" y="264160"/>
                    <a:pt x="200660" y="252730"/>
                  </a:cubicBezTo>
                  <a:cubicBezTo>
                    <a:pt x="205740" y="237490"/>
                    <a:pt x="217170" y="215900"/>
                    <a:pt x="232410" y="207010"/>
                  </a:cubicBezTo>
                  <a:cubicBezTo>
                    <a:pt x="250190" y="196850"/>
                    <a:pt x="284480" y="191770"/>
                    <a:pt x="303530" y="199390"/>
                  </a:cubicBezTo>
                  <a:cubicBezTo>
                    <a:pt x="323850" y="207010"/>
                    <a:pt x="347980" y="232410"/>
                    <a:pt x="350520" y="254000"/>
                  </a:cubicBezTo>
                  <a:cubicBezTo>
                    <a:pt x="353060" y="276860"/>
                    <a:pt x="317500" y="303530"/>
                    <a:pt x="312420" y="331470"/>
                  </a:cubicBezTo>
                  <a:cubicBezTo>
                    <a:pt x="308610" y="359410"/>
                    <a:pt x="325120" y="384810"/>
                    <a:pt x="323850" y="419100"/>
                  </a:cubicBezTo>
                  <a:cubicBezTo>
                    <a:pt x="322580" y="469900"/>
                    <a:pt x="299720" y="541020"/>
                    <a:pt x="292100" y="603250"/>
                  </a:cubicBezTo>
                  <a:cubicBezTo>
                    <a:pt x="284480" y="666750"/>
                    <a:pt x="283210" y="716280"/>
                    <a:pt x="280670" y="798830"/>
                  </a:cubicBezTo>
                  <a:cubicBezTo>
                    <a:pt x="275590" y="938530"/>
                    <a:pt x="270510" y="1221740"/>
                    <a:pt x="276860" y="1361440"/>
                  </a:cubicBezTo>
                  <a:cubicBezTo>
                    <a:pt x="280670" y="1443990"/>
                    <a:pt x="311150" y="1516380"/>
                    <a:pt x="298450" y="1559560"/>
                  </a:cubicBezTo>
                  <a:cubicBezTo>
                    <a:pt x="290830" y="1586230"/>
                    <a:pt x="271780" y="1605280"/>
                    <a:pt x="254000" y="1614170"/>
                  </a:cubicBezTo>
                  <a:cubicBezTo>
                    <a:pt x="237490" y="1621790"/>
                    <a:pt x="214630" y="1619250"/>
                    <a:pt x="199390" y="1615440"/>
                  </a:cubicBezTo>
                  <a:cubicBezTo>
                    <a:pt x="187960" y="1611630"/>
                    <a:pt x="177800" y="1605280"/>
                    <a:pt x="168910" y="1596390"/>
                  </a:cubicBezTo>
                  <a:cubicBezTo>
                    <a:pt x="160020" y="1583690"/>
                    <a:pt x="153670" y="1570990"/>
                    <a:pt x="148590" y="1546860"/>
                  </a:cubicBezTo>
                  <a:cubicBezTo>
                    <a:pt x="137160" y="1487170"/>
                    <a:pt x="154940" y="1338580"/>
                    <a:pt x="149860" y="1231900"/>
                  </a:cubicBezTo>
                  <a:cubicBezTo>
                    <a:pt x="144780" y="1123950"/>
                    <a:pt x="134620" y="1037590"/>
                    <a:pt x="118110" y="904240"/>
                  </a:cubicBezTo>
                  <a:cubicBezTo>
                    <a:pt x="95250" y="695960"/>
                    <a:pt x="6350" y="213360"/>
                    <a:pt x="10160" y="105410"/>
                  </a:cubicBezTo>
                  <a:cubicBezTo>
                    <a:pt x="11430" y="77470"/>
                    <a:pt x="12700" y="67310"/>
                    <a:pt x="21590" y="53340"/>
                  </a:cubicBezTo>
                  <a:cubicBezTo>
                    <a:pt x="31750" y="39370"/>
                    <a:pt x="49530" y="26670"/>
                    <a:pt x="66040" y="21590"/>
                  </a:cubicBezTo>
                  <a:cubicBezTo>
                    <a:pt x="81280" y="17780"/>
                    <a:pt x="104140" y="19050"/>
                    <a:pt x="118110" y="27940"/>
                  </a:cubicBezTo>
                  <a:cubicBezTo>
                    <a:pt x="135890" y="36830"/>
                    <a:pt x="147320" y="50800"/>
                    <a:pt x="160020" y="83820"/>
                  </a:cubicBezTo>
                  <a:cubicBezTo>
                    <a:pt x="209550" y="213360"/>
                    <a:pt x="265430" y="974090"/>
                    <a:pt x="276860" y="1121410"/>
                  </a:cubicBezTo>
                  <a:cubicBezTo>
                    <a:pt x="280670" y="1160780"/>
                    <a:pt x="284480" y="1177290"/>
                    <a:pt x="280670" y="1196340"/>
                  </a:cubicBezTo>
                  <a:cubicBezTo>
                    <a:pt x="278130" y="1210310"/>
                    <a:pt x="274320" y="1220470"/>
                    <a:pt x="265430" y="1230630"/>
                  </a:cubicBezTo>
                  <a:cubicBezTo>
                    <a:pt x="255270" y="1243330"/>
                    <a:pt x="236220" y="1257300"/>
                    <a:pt x="218440" y="1259840"/>
                  </a:cubicBezTo>
                  <a:cubicBezTo>
                    <a:pt x="201930" y="1263650"/>
                    <a:pt x="179070" y="1261110"/>
                    <a:pt x="163830" y="1250950"/>
                  </a:cubicBezTo>
                  <a:cubicBezTo>
                    <a:pt x="147320" y="1239520"/>
                    <a:pt x="132080" y="1214120"/>
                    <a:pt x="125730" y="1188720"/>
                  </a:cubicBezTo>
                  <a:cubicBezTo>
                    <a:pt x="118110" y="1159510"/>
                    <a:pt x="119380" y="1112520"/>
                    <a:pt x="133350" y="1080770"/>
                  </a:cubicBezTo>
                  <a:cubicBezTo>
                    <a:pt x="146050" y="1050290"/>
                    <a:pt x="175260" y="1018540"/>
                    <a:pt x="205740" y="1002030"/>
                  </a:cubicBezTo>
                  <a:cubicBezTo>
                    <a:pt x="234950" y="985520"/>
                    <a:pt x="260350" y="986790"/>
                    <a:pt x="311150" y="981710"/>
                  </a:cubicBezTo>
                  <a:cubicBezTo>
                    <a:pt x="434340" y="970280"/>
                    <a:pt x="806450" y="974090"/>
                    <a:pt x="955040" y="981710"/>
                  </a:cubicBezTo>
                  <a:cubicBezTo>
                    <a:pt x="1033780" y="985520"/>
                    <a:pt x="1059180" y="989330"/>
                    <a:pt x="1134110" y="999490"/>
                  </a:cubicBezTo>
                  <a:cubicBezTo>
                    <a:pt x="1264920" y="1018540"/>
                    <a:pt x="1653540" y="1131570"/>
                    <a:pt x="1668780" y="1096010"/>
                  </a:cubicBezTo>
                  <a:cubicBezTo>
                    <a:pt x="1681480" y="1065530"/>
                    <a:pt x="1445260" y="919480"/>
                    <a:pt x="1348740" y="857250"/>
                  </a:cubicBezTo>
                  <a:cubicBezTo>
                    <a:pt x="1275080" y="810260"/>
                    <a:pt x="1210310" y="772160"/>
                    <a:pt x="1144270" y="744220"/>
                  </a:cubicBezTo>
                  <a:cubicBezTo>
                    <a:pt x="1088390" y="721360"/>
                    <a:pt x="1026160" y="706120"/>
                    <a:pt x="977900" y="699770"/>
                  </a:cubicBezTo>
                  <a:cubicBezTo>
                    <a:pt x="943610" y="694690"/>
                    <a:pt x="901700" y="680720"/>
                    <a:pt x="886460" y="699770"/>
                  </a:cubicBezTo>
                  <a:cubicBezTo>
                    <a:pt x="857250" y="732790"/>
                    <a:pt x="943610" y="909320"/>
                    <a:pt x="933450" y="979170"/>
                  </a:cubicBezTo>
                  <a:cubicBezTo>
                    <a:pt x="927100" y="1023620"/>
                    <a:pt x="915670" y="1060450"/>
                    <a:pt x="885190" y="1083310"/>
                  </a:cubicBezTo>
                  <a:cubicBezTo>
                    <a:pt x="844550" y="1112520"/>
                    <a:pt x="751840" y="1107440"/>
                    <a:pt x="685800" y="1104900"/>
                  </a:cubicBezTo>
                  <a:cubicBezTo>
                    <a:pt x="621030" y="1103630"/>
                    <a:pt x="547370" y="1102360"/>
                    <a:pt x="494030" y="1073150"/>
                  </a:cubicBezTo>
                  <a:cubicBezTo>
                    <a:pt x="441960" y="1042670"/>
                    <a:pt x="365760" y="962660"/>
                    <a:pt x="367030" y="923290"/>
                  </a:cubicBezTo>
                  <a:cubicBezTo>
                    <a:pt x="369570" y="895350"/>
                    <a:pt x="396240" y="872490"/>
                    <a:pt x="440690" y="855980"/>
                  </a:cubicBezTo>
                  <a:cubicBezTo>
                    <a:pt x="581660" y="800100"/>
                    <a:pt x="1350010" y="834390"/>
                    <a:pt x="1474470" y="854710"/>
                  </a:cubicBezTo>
                  <a:cubicBezTo>
                    <a:pt x="1502410" y="859790"/>
                    <a:pt x="1512570" y="859790"/>
                    <a:pt x="1525270" y="872490"/>
                  </a:cubicBezTo>
                  <a:cubicBezTo>
                    <a:pt x="1541780" y="886460"/>
                    <a:pt x="1559560" y="920750"/>
                    <a:pt x="1558290" y="943610"/>
                  </a:cubicBezTo>
                  <a:cubicBezTo>
                    <a:pt x="1557020" y="966470"/>
                    <a:pt x="1535430" y="998220"/>
                    <a:pt x="1517650" y="1010920"/>
                  </a:cubicBezTo>
                  <a:cubicBezTo>
                    <a:pt x="1503680" y="1022350"/>
                    <a:pt x="1482090" y="1024890"/>
                    <a:pt x="1465580" y="1022350"/>
                  </a:cubicBezTo>
                  <a:cubicBezTo>
                    <a:pt x="1449070" y="1021080"/>
                    <a:pt x="1428750" y="1013460"/>
                    <a:pt x="1416050" y="1000760"/>
                  </a:cubicBezTo>
                  <a:cubicBezTo>
                    <a:pt x="1402080" y="984250"/>
                    <a:pt x="1389380" y="947420"/>
                    <a:pt x="1391920" y="925830"/>
                  </a:cubicBezTo>
                  <a:cubicBezTo>
                    <a:pt x="1393190" y="908050"/>
                    <a:pt x="1402080" y="889000"/>
                    <a:pt x="1416050" y="877570"/>
                  </a:cubicBezTo>
                  <a:cubicBezTo>
                    <a:pt x="1433830" y="864870"/>
                    <a:pt x="1469390" y="852170"/>
                    <a:pt x="1492250" y="857250"/>
                  </a:cubicBezTo>
                  <a:cubicBezTo>
                    <a:pt x="1515110" y="862330"/>
                    <a:pt x="1544320" y="886460"/>
                    <a:pt x="1553210" y="908050"/>
                  </a:cubicBezTo>
                  <a:cubicBezTo>
                    <a:pt x="1560830" y="929640"/>
                    <a:pt x="1557020" y="967740"/>
                    <a:pt x="1544320" y="986790"/>
                  </a:cubicBezTo>
                  <a:cubicBezTo>
                    <a:pt x="1531620" y="1005840"/>
                    <a:pt x="1512570" y="1013460"/>
                    <a:pt x="1474470" y="1023620"/>
                  </a:cubicBezTo>
                  <a:cubicBezTo>
                    <a:pt x="1346200" y="1055370"/>
                    <a:pt x="732790" y="1045210"/>
                    <a:pt x="589280" y="1026160"/>
                  </a:cubicBezTo>
                  <a:cubicBezTo>
                    <a:pt x="543560" y="1019810"/>
                    <a:pt x="509270" y="1021080"/>
                    <a:pt x="499110" y="1000760"/>
                  </a:cubicBezTo>
                  <a:cubicBezTo>
                    <a:pt x="486410" y="980440"/>
                    <a:pt x="502920" y="916940"/>
                    <a:pt x="525780" y="901700"/>
                  </a:cubicBezTo>
                  <a:cubicBezTo>
                    <a:pt x="556260" y="883920"/>
                    <a:pt x="642620" y="919480"/>
                    <a:pt x="684530" y="934720"/>
                  </a:cubicBezTo>
                  <a:cubicBezTo>
                    <a:pt x="716280" y="944880"/>
                    <a:pt x="750570" y="981710"/>
                    <a:pt x="763270" y="972820"/>
                  </a:cubicBezTo>
                  <a:cubicBezTo>
                    <a:pt x="781050" y="958850"/>
                    <a:pt x="730250" y="848360"/>
                    <a:pt x="725170" y="788670"/>
                  </a:cubicBezTo>
                  <a:cubicBezTo>
                    <a:pt x="720090" y="732790"/>
                    <a:pt x="713740" y="669290"/>
                    <a:pt x="730250" y="627380"/>
                  </a:cubicBezTo>
                  <a:cubicBezTo>
                    <a:pt x="742950" y="593090"/>
                    <a:pt x="769620" y="561340"/>
                    <a:pt x="797560" y="546100"/>
                  </a:cubicBezTo>
                  <a:cubicBezTo>
                    <a:pt x="822960" y="532130"/>
                    <a:pt x="852170" y="534670"/>
                    <a:pt x="886460" y="533400"/>
                  </a:cubicBezTo>
                  <a:cubicBezTo>
                    <a:pt x="935990" y="533400"/>
                    <a:pt x="1000760" y="534670"/>
                    <a:pt x="1068070" y="552450"/>
                  </a:cubicBezTo>
                  <a:cubicBezTo>
                    <a:pt x="1158240" y="577850"/>
                    <a:pt x="1278890" y="638810"/>
                    <a:pt x="1376680" y="693420"/>
                  </a:cubicBezTo>
                  <a:cubicBezTo>
                    <a:pt x="1473200" y="748030"/>
                    <a:pt x="1574800" y="819150"/>
                    <a:pt x="1651000" y="878840"/>
                  </a:cubicBezTo>
                  <a:cubicBezTo>
                    <a:pt x="1710690" y="927100"/>
                    <a:pt x="1769110" y="969010"/>
                    <a:pt x="1803400" y="1019810"/>
                  </a:cubicBezTo>
                  <a:cubicBezTo>
                    <a:pt x="1831340" y="1060450"/>
                    <a:pt x="1859280" y="1109980"/>
                    <a:pt x="1855470" y="1149350"/>
                  </a:cubicBezTo>
                  <a:cubicBezTo>
                    <a:pt x="1851660" y="1186180"/>
                    <a:pt x="1817370" y="1231900"/>
                    <a:pt x="1788160" y="1249680"/>
                  </a:cubicBezTo>
                  <a:cubicBezTo>
                    <a:pt x="1761490" y="1264920"/>
                    <a:pt x="1736090" y="1261110"/>
                    <a:pt x="1691640" y="1259840"/>
                  </a:cubicBezTo>
                  <a:cubicBezTo>
                    <a:pt x="1581150" y="1254760"/>
                    <a:pt x="1258570" y="1172210"/>
                    <a:pt x="1125220" y="1153160"/>
                  </a:cubicBezTo>
                  <a:cubicBezTo>
                    <a:pt x="1051560" y="1144270"/>
                    <a:pt x="1028700" y="1141730"/>
                    <a:pt x="955040" y="1139190"/>
                  </a:cubicBezTo>
                  <a:cubicBezTo>
                    <a:pt x="816610" y="1132840"/>
                    <a:pt x="463550" y="1118870"/>
                    <a:pt x="359410" y="1141730"/>
                  </a:cubicBezTo>
                  <a:cubicBezTo>
                    <a:pt x="320040" y="1150620"/>
                    <a:pt x="293370" y="1162050"/>
                    <a:pt x="281940" y="1177290"/>
                  </a:cubicBezTo>
                  <a:cubicBezTo>
                    <a:pt x="273050" y="1188720"/>
                    <a:pt x="281940" y="1202690"/>
                    <a:pt x="275590" y="1214120"/>
                  </a:cubicBezTo>
                  <a:cubicBezTo>
                    <a:pt x="267970" y="1229360"/>
                    <a:pt x="254000" y="1248410"/>
                    <a:pt x="236220" y="1254760"/>
                  </a:cubicBezTo>
                  <a:cubicBezTo>
                    <a:pt x="217170" y="1262380"/>
                    <a:pt x="182880" y="1261110"/>
                    <a:pt x="163830" y="1250950"/>
                  </a:cubicBezTo>
                  <a:cubicBezTo>
                    <a:pt x="146050" y="1239520"/>
                    <a:pt x="135890" y="1220470"/>
                    <a:pt x="125730" y="1188720"/>
                  </a:cubicBezTo>
                  <a:cubicBezTo>
                    <a:pt x="102870" y="1117600"/>
                    <a:pt x="114300" y="942340"/>
                    <a:pt x="99060" y="802640"/>
                  </a:cubicBezTo>
                  <a:cubicBezTo>
                    <a:pt x="81280" y="638810"/>
                    <a:pt x="31750" y="400050"/>
                    <a:pt x="20320" y="264160"/>
                  </a:cubicBezTo>
                  <a:cubicBezTo>
                    <a:pt x="12700" y="184150"/>
                    <a:pt x="0" y="109220"/>
                    <a:pt x="13970" y="69850"/>
                  </a:cubicBezTo>
                  <a:cubicBezTo>
                    <a:pt x="21590" y="49530"/>
                    <a:pt x="34290" y="36830"/>
                    <a:pt x="48260" y="29210"/>
                  </a:cubicBezTo>
                  <a:cubicBezTo>
                    <a:pt x="63500" y="20320"/>
                    <a:pt x="85090" y="17780"/>
                    <a:pt x="101600" y="21590"/>
                  </a:cubicBezTo>
                  <a:cubicBezTo>
                    <a:pt x="118110" y="25400"/>
                    <a:pt x="135890" y="39370"/>
                    <a:pt x="146050" y="50800"/>
                  </a:cubicBezTo>
                  <a:cubicBezTo>
                    <a:pt x="153670" y="60960"/>
                    <a:pt x="154940" y="71120"/>
                    <a:pt x="160020" y="83820"/>
                  </a:cubicBezTo>
                  <a:cubicBezTo>
                    <a:pt x="166370" y="102870"/>
                    <a:pt x="172720" y="125730"/>
                    <a:pt x="177800" y="156210"/>
                  </a:cubicBezTo>
                  <a:cubicBezTo>
                    <a:pt x="184150" y="208280"/>
                    <a:pt x="176530" y="271780"/>
                    <a:pt x="184150" y="365760"/>
                  </a:cubicBezTo>
                  <a:cubicBezTo>
                    <a:pt x="199390" y="556260"/>
                    <a:pt x="287020" y="1008380"/>
                    <a:pt x="299720" y="1231900"/>
                  </a:cubicBezTo>
                  <a:cubicBezTo>
                    <a:pt x="307340" y="1372870"/>
                    <a:pt x="321310" y="1520190"/>
                    <a:pt x="292100" y="1577340"/>
                  </a:cubicBezTo>
                  <a:cubicBezTo>
                    <a:pt x="279400" y="1602740"/>
                    <a:pt x="256540" y="1615440"/>
                    <a:pt x="236220" y="1619250"/>
                  </a:cubicBezTo>
                  <a:cubicBezTo>
                    <a:pt x="215900" y="1621790"/>
                    <a:pt x="184150" y="1609090"/>
                    <a:pt x="168910" y="1596390"/>
                  </a:cubicBezTo>
                  <a:cubicBezTo>
                    <a:pt x="156210" y="1583690"/>
                    <a:pt x="146050" y="1548130"/>
                    <a:pt x="148590" y="1546860"/>
                  </a:cubicBezTo>
                  <a:cubicBezTo>
                    <a:pt x="153670" y="1543050"/>
                    <a:pt x="212090" y="1616710"/>
                    <a:pt x="215900" y="1614170"/>
                  </a:cubicBezTo>
                  <a:cubicBezTo>
                    <a:pt x="220980" y="1610360"/>
                    <a:pt x="161290" y="1529080"/>
                    <a:pt x="147320" y="1485900"/>
                  </a:cubicBezTo>
                  <a:cubicBezTo>
                    <a:pt x="134620" y="1445260"/>
                    <a:pt x="135890" y="1419860"/>
                    <a:pt x="132080" y="1361440"/>
                  </a:cubicBezTo>
                  <a:cubicBezTo>
                    <a:pt x="124460" y="1225550"/>
                    <a:pt x="123190" y="854710"/>
                    <a:pt x="134620" y="680720"/>
                  </a:cubicBezTo>
                  <a:cubicBezTo>
                    <a:pt x="142240" y="570230"/>
                    <a:pt x="154940" y="495300"/>
                    <a:pt x="170180" y="412750"/>
                  </a:cubicBezTo>
                  <a:cubicBezTo>
                    <a:pt x="182880" y="342900"/>
                    <a:pt x="189230" y="252730"/>
                    <a:pt x="218440" y="219710"/>
                  </a:cubicBezTo>
                  <a:cubicBezTo>
                    <a:pt x="236220" y="199390"/>
                    <a:pt x="264160" y="191770"/>
                    <a:pt x="285750" y="194310"/>
                  </a:cubicBezTo>
                  <a:cubicBezTo>
                    <a:pt x="306070" y="198120"/>
                    <a:pt x="325120" y="209550"/>
                    <a:pt x="344170" y="236220"/>
                  </a:cubicBezTo>
                  <a:cubicBezTo>
                    <a:pt x="397510" y="308610"/>
                    <a:pt x="444500" y="585470"/>
                    <a:pt x="505460" y="737870"/>
                  </a:cubicBezTo>
                  <a:cubicBezTo>
                    <a:pt x="558800" y="871220"/>
                    <a:pt x="666750" y="1042670"/>
                    <a:pt x="681990" y="1103630"/>
                  </a:cubicBezTo>
                  <a:cubicBezTo>
                    <a:pt x="687070" y="1121410"/>
                    <a:pt x="688340" y="1127760"/>
                    <a:pt x="683260" y="1141730"/>
                  </a:cubicBezTo>
                  <a:cubicBezTo>
                    <a:pt x="676910" y="1159510"/>
                    <a:pt x="655320" y="1188720"/>
                    <a:pt x="636270" y="1198880"/>
                  </a:cubicBezTo>
                  <a:cubicBezTo>
                    <a:pt x="619760" y="1206500"/>
                    <a:pt x="595630" y="1205230"/>
                    <a:pt x="580390" y="1200150"/>
                  </a:cubicBezTo>
                  <a:cubicBezTo>
                    <a:pt x="567690" y="1196340"/>
                    <a:pt x="560070" y="1193800"/>
                    <a:pt x="548640" y="1179830"/>
                  </a:cubicBezTo>
                  <a:cubicBezTo>
                    <a:pt x="506730" y="1130300"/>
                    <a:pt x="421640" y="882650"/>
                    <a:pt x="378460" y="763270"/>
                  </a:cubicBezTo>
                  <a:cubicBezTo>
                    <a:pt x="345440" y="674370"/>
                    <a:pt x="316230" y="596900"/>
                    <a:pt x="300990" y="527050"/>
                  </a:cubicBezTo>
                  <a:cubicBezTo>
                    <a:pt x="289560" y="474980"/>
                    <a:pt x="283210" y="427990"/>
                    <a:pt x="284480" y="386080"/>
                  </a:cubicBezTo>
                  <a:cubicBezTo>
                    <a:pt x="284480" y="351790"/>
                    <a:pt x="298450" y="322580"/>
                    <a:pt x="299720" y="294640"/>
                  </a:cubicBezTo>
                  <a:cubicBezTo>
                    <a:pt x="299720" y="269240"/>
                    <a:pt x="287020" y="242570"/>
                    <a:pt x="292100" y="226060"/>
                  </a:cubicBezTo>
                  <a:cubicBezTo>
                    <a:pt x="295910" y="213360"/>
                    <a:pt x="302260" y="204470"/>
                    <a:pt x="312420" y="196850"/>
                  </a:cubicBezTo>
                  <a:cubicBezTo>
                    <a:pt x="325120" y="186690"/>
                    <a:pt x="345440" y="176530"/>
                    <a:pt x="361950" y="177800"/>
                  </a:cubicBezTo>
                  <a:cubicBezTo>
                    <a:pt x="382270" y="180340"/>
                    <a:pt x="401320" y="190500"/>
                    <a:pt x="422910" y="210820"/>
                  </a:cubicBezTo>
                  <a:cubicBezTo>
                    <a:pt x="468630" y="256540"/>
                    <a:pt x="548640" y="415290"/>
                    <a:pt x="579120" y="481330"/>
                  </a:cubicBezTo>
                  <a:cubicBezTo>
                    <a:pt x="595630" y="515620"/>
                    <a:pt x="593090" y="530860"/>
                    <a:pt x="608330" y="563880"/>
                  </a:cubicBezTo>
                  <a:cubicBezTo>
                    <a:pt x="633730" y="617220"/>
                    <a:pt x="687070" y="685800"/>
                    <a:pt x="725170" y="764540"/>
                  </a:cubicBezTo>
                  <a:cubicBezTo>
                    <a:pt x="777240" y="867410"/>
                    <a:pt x="845820" y="1045210"/>
                    <a:pt x="880110" y="1134110"/>
                  </a:cubicBezTo>
                  <a:cubicBezTo>
                    <a:pt x="899160" y="1183640"/>
                    <a:pt x="916940" y="1221740"/>
                    <a:pt x="920750" y="1249680"/>
                  </a:cubicBezTo>
                  <a:cubicBezTo>
                    <a:pt x="923290" y="1264920"/>
                    <a:pt x="923290" y="1275080"/>
                    <a:pt x="919480" y="1286510"/>
                  </a:cubicBezTo>
                  <a:cubicBezTo>
                    <a:pt x="913130" y="1301750"/>
                    <a:pt x="900430" y="1320800"/>
                    <a:pt x="886460" y="1329690"/>
                  </a:cubicBezTo>
                  <a:cubicBezTo>
                    <a:pt x="871220" y="1338580"/>
                    <a:pt x="849630" y="1343660"/>
                    <a:pt x="833120" y="1339850"/>
                  </a:cubicBezTo>
                  <a:cubicBezTo>
                    <a:pt x="815340" y="1337310"/>
                    <a:pt x="797560" y="1327150"/>
                    <a:pt x="786130" y="1313180"/>
                  </a:cubicBezTo>
                  <a:cubicBezTo>
                    <a:pt x="769620" y="1292860"/>
                    <a:pt x="763270" y="1261110"/>
                    <a:pt x="753110" y="1220470"/>
                  </a:cubicBezTo>
                  <a:cubicBezTo>
                    <a:pt x="735330" y="1149350"/>
                    <a:pt x="718820" y="990600"/>
                    <a:pt x="708660" y="915670"/>
                  </a:cubicBezTo>
                  <a:cubicBezTo>
                    <a:pt x="702310" y="871220"/>
                    <a:pt x="698500" y="857250"/>
                    <a:pt x="695960" y="808990"/>
                  </a:cubicBezTo>
                  <a:cubicBezTo>
                    <a:pt x="690880" y="711200"/>
                    <a:pt x="690880" y="466090"/>
                    <a:pt x="698500" y="363220"/>
                  </a:cubicBezTo>
                  <a:cubicBezTo>
                    <a:pt x="702310" y="309880"/>
                    <a:pt x="693420" y="266700"/>
                    <a:pt x="715010" y="240030"/>
                  </a:cubicBezTo>
                  <a:cubicBezTo>
                    <a:pt x="736600" y="214630"/>
                    <a:pt x="793750" y="193040"/>
                    <a:pt x="822960" y="203200"/>
                  </a:cubicBezTo>
                  <a:cubicBezTo>
                    <a:pt x="852170" y="213360"/>
                    <a:pt x="863600" y="251460"/>
                    <a:pt x="890270" y="308610"/>
                  </a:cubicBezTo>
                  <a:cubicBezTo>
                    <a:pt x="976630" y="497840"/>
                    <a:pt x="1268730" y="1460500"/>
                    <a:pt x="1262380" y="1597660"/>
                  </a:cubicBezTo>
                  <a:cubicBezTo>
                    <a:pt x="1262380" y="1624330"/>
                    <a:pt x="1257300" y="1633220"/>
                    <a:pt x="1244600" y="1644650"/>
                  </a:cubicBezTo>
                  <a:cubicBezTo>
                    <a:pt x="1231900" y="1658620"/>
                    <a:pt x="1202690" y="1668780"/>
                    <a:pt x="1183640" y="1667510"/>
                  </a:cubicBezTo>
                  <a:cubicBezTo>
                    <a:pt x="1167130" y="1667510"/>
                    <a:pt x="1149350" y="1654810"/>
                    <a:pt x="1139190" y="1644650"/>
                  </a:cubicBezTo>
                  <a:cubicBezTo>
                    <a:pt x="1130300" y="1637030"/>
                    <a:pt x="1127760" y="1631950"/>
                    <a:pt x="1123950" y="1615440"/>
                  </a:cubicBezTo>
                  <a:cubicBezTo>
                    <a:pt x="1102360" y="1527810"/>
                    <a:pt x="1118870" y="1022350"/>
                    <a:pt x="1126490" y="786130"/>
                  </a:cubicBezTo>
                  <a:cubicBezTo>
                    <a:pt x="1131570" y="612140"/>
                    <a:pt x="1131570" y="434340"/>
                    <a:pt x="1153160" y="330200"/>
                  </a:cubicBezTo>
                  <a:cubicBezTo>
                    <a:pt x="1164590" y="274320"/>
                    <a:pt x="1173480" y="228600"/>
                    <a:pt x="1197610" y="203200"/>
                  </a:cubicBezTo>
                  <a:cubicBezTo>
                    <a:pt x="1214120" y="186690"/>
                    <a:pt x="1243330" y="179070"/>
                    <a:pt x="1261110" y="179070"/>
                  </a:cubicBezTo>
                  <a:cubicBezTo>
                    <a:pt x="1273810" y="179070"/>
                    <a:pt x="1283970" y="184150"/>
                    <a:pt x="1294130" y="191770"/>
                  </a:cubicBezTo>
                  <a:cubicBezTo>
                    <a:pt x="1305560" y="200660"/>
                    <a:pt x="1316990" y="210820"/>
                    <a:pt x="1324610" y="233680"/>
                  </a:cubicBezTo>
                  <a:cubicBezTo>
                    <a:pt x="1342390" y="289560"/>
                    <a:pt x="1324610" y="461010"/>
                    <a:pt x="1332230" y="557530"/>
                  </a:cubicBezTo>
                  <a:cubicBezTo>
                    <a:pt x="1338580" y="637540"/>
                    <a:pt x="1348740" y="702310"/>
                    <a:pt x="1361440" y="777240"/>
                  </a:cubicBezTo>
                  <a:cubicBezTo>
                    <a:pt x="1374140" y="854710"/>
                    <a:pt x="1385570" y="919480"/>
                    <a:pt x="1408430" y="1013460"/>
                  </a:cubicBezTo>
                  <a:cubicBezTo>
                    <a:pt x="1442720" y="1158240"/>
                    <a:pt x="1567180" y="1488440"/>
                    <a:pt x="1559560" y="1558290"/>
                  </a:cubicBezTo>
                  <a:cubicBezTo>
                    <a:pt x="1558290" y="1576070"/>
                    <a:pt x="1551940" y="1581150"/>
                    <a:pt x="1543050" y="1590040"/>
                  </a:cubicBezTo>
                  <a:cubicBezTo>
                    <a:pt x="1532890" y="1601470"/>
                    <a:pt x="1513840" y="1614170"/>
                    <a:pt x="1496060" y="1615440"/>
                  </a:cubicBezTo>
                  <a:cubicBezTo>
                    <a:pt x="1475740" y="1616710"/>
                    <a:pt x="1443990" y="1606550"/>
                    <a:pt x="1430020" y="1590040"/>
                  </a:cubicBezTo>
                  <a:cubicBezTo>
                    <a:pt x="1417320" y="1574800"/>
                    <a:pt x="1410970" y="1548130"/>
                    <a:pt x="1413510" y="1522730"/>
                  </a:cubicBezTo>
                  <a:cubicBezTo>
                    <a:pt x="1416050" y="1485900"/>
                    <a:pt x="1450340" y="1451610"/>
                    <a:pt x="1470660" y="1390650"/>
                  </a:cubicBezTo>
                  <a:cubicBezTo>
                    <a:pt x="1511300" y="1267460"/>
                    <a:pt x="1555750" y="980440"/>
                    <a:pt x="1600200" y="812800"/>
                  </a:cubicBezTo>
                  <a:cubicBezTo>
                    <a:pt x="1634490" y="683260"/>
                    <a:pt x="1652270" y="533400"/>
                    <a:pt x="1705610" y="471170"/>
                  </a:cubicBezTo>
                  <a:cubicBezTo>
                    <a:pt x="1736090" y="434340"/>
                    <a:pt x="1783080" y="407670"/>
                    <a:pt x="1817370" y="412750"/>
                  </a:cubicBezTo>
                  <a:cubicBezTo>
                    <a:pt x="1854200" y="420370"/>
                    <a:pt x="1893570" y="476250"/>
                    <a:pt x="1917700" y="520700"/>
                  </a:cubicBezTo>
                  <a:cubicBezTo>
                    <a:pt x="1944370" y="570230"/>
                    <a:pt x="1951990" y="628650"/>
                    <a:pt x="1960880" y="701040"/>
                  </a:cubicBezTo>
                  <a:cubicBezTo>
                    <a:pt x="1973580" y="803910"/>
                    <a:pt x="1973580" y="966470"/>
                    <a:pt x="1968500" y="1084580"/>
                  </a:cubicBezTo>
                  <a:cubicBezTo>
                    <a:pt x="1963420" y="1186180"/>
                    <a:pt x="1954530" y="1314450"/>
                    <a:pt x="1936750" y="1366520"/>
                  </a:cubicBezTo>
                  <a:cubicBezTo>
                    <a:pt x="1929130" y="1388110"/>
                    <a:pt x="1924050" y="1400810"/>
                    <a:pt x="1911350" y="1409700"/>
                  </a:cubicBezTo>
                  <a:cubicBezTo>
                    <a:pt x="1898650" y="1419860"/>
                    <a:pt x="1878330" y="1426210"/>
                    <a:pt x="1861820" y="1426210"/>
                  </a:cubicBezTo>
                  <a:cubicBezTo>
                    <a:pt x="1846580" y="1424940"/>
                    <a:pt x="1831340" y="1419860"/>
                    <a:pt x="1816100" y="1404620"/>
                  </a:cubicBezTo>
                  <a:cubicBezTo>
                    <a:pt x="1786890" y="1376680"/>
                    <a:pt x="1761490" y="1311910"/>
                    <a:pt x="1734820" y="1233170"/>
                  </a:cubicBezTo>
                  <a:cubicBezTo>
                    <a:pt x="1682750" y="1083310"/>
                    <a:pt x="1604010" y="739140"/>
                    <a:pt x="1577340" y="548640"/>
                  </a:cubicBezTo>
                  <a:cubicBezTo>
                    <a:pt x="1559560" y="415290"/>
                    <a:pt x="1562100" y="293370"/>
                    <a:pt x="1562100" y="203200"/>
                  </a:cubicBezTo>
                  <a:cubicBezTo>
                    <a:pt x="1562100" y="146050"/>
                    <a:pt x="1560830" y="91440"/>
                    <a:pt x="1568450" y="62230"/>
                  </a:cubicBezTo>
                  <a:cubicBezTo>
                    <a:pt x="1572260" y="46990"/>
                    <a:pt x="1576070" y="39370"/>
                    <a:pt x="1583690" y="30480"/>
                  </a:cubicBezTo>
                  <a:cubicBezTo>
                    <a:pt x="1590040" y="21590"/>
                    <a:pt x="1600200" y="13970"/>
                    <a:pt x="1611630" y="8890"/>
                  </a:cubicBezTo>
                  <a:cubicBezTo>
                    <a:pt x="1625600" y="3810"/>
                    <a:pt x="1647190" y="0"/>
                    <a:pt x="1662430" y="6350"/>
                  </a:cubicBezTo>
                  <a:cubicBezTo>
                    <a:pt x="1681480" y="13970"/>
                    <a:pt x="1696720" y="29210"/>
                    <a:pt x="1710690" y="55880"/>
                  </a:cubicBezTo>
                  <a:cubicBezTo>
                    <a:pt x="1741170" y="115570"/>
                    <a:pt x="1747520" y="311150"/>
                    <a:pt x="1765300" y="393700"/>
                  </a:cubicBezTo>
                  <a:cubicBezTo>
                    <a:pt x="1776730" y="441960"/>
                    <a:pt x="1789430" y="462280"/>
                    <a:pt x="1798320" y="508000"/>
                  </a:cubicBezTo>
                  <a:cubicBezTo>
                    <a:pt x="1811020" y="571500"/>
                    <a:pt x="1813560" y="657860"/>
                    <a:pt x="1828800" y="740410"/>
                  </a:cubicBezTo>
                  <a:cubicBezTo>
                    <a:pt x="1845310" y="834390"/>
                    <a:pt x="1883410" y="963930"/>
                    <a:pt x="1897380" y="1042670"/>
                  </a:cubicBezTo>
                  <a:cubicBezTo>
                    <a:pt x="1907540" y="1092200"/>
                    <a:pt x="1916430" y="1137920"/>
                    <a:pt x="1915160" y="1165860"/>
                  </a:cubicBezTo>
                  <a:cubicBezTo>
                    <a:pt x="1913890" y="1182370"/>
                    <a:pt x="1912620" y="1191260"/>
                    <a:pt x="1905000" y="1201420"/>
                  </a:cubicBezTo>
                  <a:cubicBezTo>
                    <a:pt x="1894840" y="1216660"/>
                    <a:pt x="1866900" y="1239520"/>
                    <a:pt x="1845310" y="1242060"/>
                  </a:cubicBezTo>
                  <a:cubicBezTo>
                    <a:pt x="1823720" y="1243330"/>
                    <a:pt x="1791970" y="1228090"/>
                    <a:pt x="1779270" y="1215390"/>
                  </a:cubicBezTo>
                  <a:cubicBezTo>
                    <a:pt x="1769110" y="1205230"/>
                    <a:pt x="1765300" y="1195070"/>
                    <a:pt x="1762760" y="1182370"/>
                  </a:cubicBezTo>
                  <a:cubicBezTo>
                    <a:pt x="1757680" y="1163320"/>
                    <a:pt x="1760220" y="1146810"/>
                    <a:pt x="1761490" y="1115060"/>
                  </a:cubicBezTo>
                  <a:cubicBezTo>
                    <a:pt x="1766570" y="1038860"/>
                    <a:pt x="1797050" y="833120"/>
                    <a:pt x="1804670" y="722630"/>
                  </a:cubicBezTo>
                  <a:cubicBezTo>
                    <a:pt x="1811020" y="642620"/>
                    <a:pt x="1805940" y="588010"/>
                    <a:pt x="1813560" y="514350"/>
                  </a:cubicBezTo>
                  <a:cubicBezTo>
                    <a:pt x="1821180" y="430530"/>
                    <a:pt x="1832610" y="309880"/>
                    <a:pt x="1851660" y="247650"/>
                  </a:cubicBezTo>
                  <a:cubicBezTo>
                    <a:pt x="1861820" y="212090"/>
                    <a:pt x="1883410" y="190500"/>
                    <a:pt x="1889760" y="165100"/>
                  </a:cubicBezTo>
                  <a:cubicBezTo>
                    <a:pt x="1894840" y="146050"/>
                    <a:pt x="1887220" y="124460"/>
                    <a:pt x="1892300" y="109220"/>
                  </a:cubicBezTo>
                  <a:cubicBezTo>
                    <a:pt x="1896110" y="97790"/>
                    <a:pt x="1902460" y="86360"/>
                    <a:pt x="1913890" y="80010"/>
                  </a:cubicBezTo>
                  <a:cubicBezTo>
                    <a:pt x="1930400" y="68580"/>
                    <a:pt x="1965960" y="59690"/>
                    <a:pt x="1986280" y="64770"/>
                  </a:cubicBezTo>
                  <a:cubicBezTo>
                    <a:pt x="2004060" y="68580"/>
                    <a:pt x="2014220" y="74930"/>
                    <a:pt x="2030730" y="97790"/>
                  </a:cubicBezTo>
                  <a:cubicBezTo>
                    <a:pt x="2089150" y="175260"/>
                    <a:pt x="2264410" y="659130"/>
                    <a:pt x="2259330" y="740410"/>
                  </a:cubicBezTo>
                  <a:cubicBezTo>
                    <a:pt x="2258060" y="759460"/>
                    <a:pt x="2251710" y="765810"/>
                    <a:pt x="2242820" y="774700"/>
                  </a:cubicBezTo>
                  <a:cubicBezTo>
                    <a:pt x="2231390" y="787400"/>
                    <a:pt x="2209800" y="801370"/>
                    <a:pt x="2192020" y="803910"/>
                  </a:cubicBezTo>
                  <a:cubicBezTo>
                    <a:pt x="2174240" y="806450"/>
                    <a:pt x="2150110" y="798830"/>
                    <a:pt x="2134870" y="791210"/>
                  </a:cubicBezTo>
                  <a:cubicBezTo>
                    <a:pt x="2123440" y="783590"/>
                    <a:pt x="2114550" y="775970"/>
                    <a:pt x="2108200" y="762000"/>
                  </a:cubicBezTo>
                  <a:cubicBezTo>
                    <a:pt x="2098040" y="737870"/>
                    <a:pt x="2104390" y="692150"/>
                    <a:pt x="2096770" y="651510"/>
                  </a:cubicBezTo>
                  <a:cubicBezTo>
                    <a:pt x="2087880" y="603250"/>
                    <a:pt x="2073910" y="554990"/>
                    <a:pt x="2052320" y="492760"/>
                  </a:cubicBezTo>
                  <a:cubicBezTo>
                    <a:pt x="2021840" y="403860"/>
                    <a:pt x="1926590" y="234950"/>
                    <a:pt x="1918970" y="172720"/>
                  </a:cubicBezTo>
                  <a:cubicBezTo>
                    <a:pt x="1916430" y="147320"/>
                    <a:pt x="1918970" y="133350"/>
                    <a:pt x="1927860" y="119380"/>
                  </a:cubicBezTo>
                  <a:cubicBezTo>
                    <a:pt x="1939290" y="102870"/>
                    <a:pt x="1968500" y="85090"/>
                    <a:pt x="1987550" y="82550"/>
                  </a:cubicBezTo>
                  <a:cubicBezTo>
                    <a:pt x="2005330" y="80010"/>
                    <a:pt x="2025650" y="83820"/>
                    <a:pt x="2039620" y="96520"/>
                  </a:cubicBezTo>
                  <a:cubicBezTo>
                    <a:pt x="2058670" y="116840"/>
                    <a:pt x="2065020" y="156210"/>
                    <a:pt x="2072640" y="212090"/>
                  </a:cubicBezTo>
                  <a:cubicBezTo>
                    <a:pt x="2091690" y="347980"/>
                    <a:pt x="2073910" y="782320"/>
                    <a:pt x="2065020" y="933450"/>
                  </a:cubicBezTo>
                  <a:cubicBezTo>
                    <a:pt x="2061210" y="1003300"/>
                    <a:pt x="2063750" y="1041400"/>
                    <a:pt x="2049780" y="1085850"/>
                  </a:cubicBezTo>
                  <a:cubicBezTo>
                    <a:pt x="2035810" y="1123950"/>
                    <a:pt x="2016760" y="1181100"/>
                    <a:pt x="1986280" y="1187450"/>
                  </a:cubicBezTo>
                  <a:cubicBezTo>
                    <a:pt x="1949450" y="1196340"/>
                    <a:pt x="1875790" y="1145540"/>
                    <a:pt x="1832610" y="1090930"/>
                  </a:cubicBezTo>
                  <a:cubicBezTo>
                    <a:pt x="1765300" y="1004570"/>
                    <a:pt x="1719580" y="798830"/>
                    <a:pt x="1690370" y="669290"/>
                  </a:cubicBezTo>
                  <a:cubicBezTo>
                    <a:pt x="1667510" y="563880"/>
                    <a:pt x="1659890" y="459740"/>
                    <a:pt x="1656080" y="374650"/>
                  </a:cubicBezTo>
                  <a:cubicBezTo>
                    <a:pt x="1653540" y="309880"/>
                    <a:pt x="1647190" y="245110"/>
                    <a:pt x="1661160" y="204470"/>
                  </a:cubicBezTo>
                  <a:cubicBezTo>
                    <a:pt x="1671320" y="176530"/>
                    <a:pt x="1690370" y="154940"/>
                    <a:pt x="1706880" y="143510"/>
                  </a:cubicBezTo>
                  <a:cubicBezTo>
                    <a:pt x="1719580" y="137160"/>
                    <a:pt x="1732280" y="134620"/>
                    <a:pt x="1746250" y="137160"/>
                  </a:cubicBezTo>
                  <a:cubicBezTo>
                    <a:pt x="1762760" y="138430"/>
                    <a:pt x="1785620" y="148590"/>
                    <a:pt x="1798320" y="160020"/>
                  </a:cubicBezTo>
                  <a:cubicBezTo>
                    <a:pt x="1808480" y="168910"/>
                    <a:pt x="1812290" y="176530"/>
                    <a:pt x="1818640" y="193040"/>
                  </a:cubicBezTo>
                  <a:cubicBezTo>
                    <a:pt x="1833880" y="227330"/>
                    <a:pt x="1850390" y="297180"/>
                    <a:pt x="1858010" y="367030"/>
                  </a:cubicBezTo>
                  <a:cubicBezTo>
                    <a:pt x="1869440" y="471170"/>
                    <a:pt x="1864360" y="670560"/>
                    <a:pt x="1854200" y="759460"/>
                  </a:cubicBezTo>
                  <a:cubicBezTo>
                    <a:pt x="1849120" y="805180"/>
                    <a:pt x="1847850" y="829310"/>
                    <a:pt x="1831340" y="862330"/>
                  </a:cubicBezTo>
                  <a:cubicBezTo>
                    <a:pt x="1813560" y="900430"/>
                    <a:pt x="1783080" y="963930"/>
                    <a:pt x="1747520" y="971550"/>
                  </a:cubicBezTo>
                  <a:cubicBezTo>
                    <a:pt x="1705610" y="980440"/>
                    <a:pt x="1620520" y="924560"/>
                    <a:pt x="1590040" y="889000"/>
                  </a:cubicBezTo>
                  <a:cubicBezTo>
                    <a:pt x="1565910" y="862330"/>
                    <a:pt x="1560830" y="833120"/>
                    <a:pt x="1554480" y="795020"/>
                  </a:cubicBezTo>
                  <a:cubicBezTo>
                    <a:pt x="1544320" y="739140"/>
                    <a:pt x="1550670" y="643890"/>
                    <a:pt x="1555750" y="582930"/>
                  </a:cubicBezTo>
                  <a:cubicBezTo>
                    <a:pt x="1559560" y="537210"/>
                    <a:pt x="1555750" y="496570"/>
                    <a:pt x="1573530" y="463550"/>
                  </a:cubicBezTo>
                  <a:cubicBezTo>
                    <a:pt x="1591310" y="433070"/>
                    <a:pt x="1629410" y="405130"/>
                    <a:pt x="1661160" y="391160"/>
                  </a:cubicBezTo>
                  <a:cubicBezTo>
                    <a:pt x="1690370" y="378460"/>
                    <a:pt x="1733550" y="373380"/>
                    <a:pt x="1758950" y="379730"/>
                  </a:cubicBezTo>
                  <a:cubicBezTo>
                    <a:pt x="1778000" y="386080"/>
                    <a:pt x="1793240" y="401320"/>
                    <a:pt x="1803400" y="414020"/>
                  </a:cubicBezTo>
                  <a:cubicBezTo>
                    <a:pt x="1811020" y="424180"/>
                    <a:pt x="1814830" y="436880"/>
                    <a:pt x="1814830" y="449580"/>
                  </a:cubicBezTo>
                  <a:cubicBezTo>
                    <a:pt x="1814830" y="464820"/>
                    <a:pt x="1809750" y="488950"/>
                    <a:pt x="1799590" y="502920"/>
                  </a:cubicBezTo>
                  <a:cubicBezTo>
                    <a:pt x="1788160" y="516890"/>
                    <a:pt x="1751330" y="532130"/>
                    <a:pt x="1751330" y="532130"/>
                  </a:cubicBezTo>
                </a:path>
              </a:pathLst>
            </a:custGeom>
            <a:solidFill>
              <a:srgbClr val="FFFFFF"/>
            </a:solidFill>
            <a:ln cap="sq">
              <a:noFill/>
              <a:prstDash val="solid"/>
              <a:miter/>
            </a:ln>
          </p:spPr>
        </p:sp>
      </p:grpSp>
      <p:grpSp>
        <p:nvGrpSpPr>
          <p:cNvPr id="44" name="Group 44"/>
          <p:cNvGrpSpPr/>
          <p:nvPr/>
        </p:nvGrpSpPr>
        <p:grpSpPr>
          <a:xfrm>
            <a:off x="11675745" y="40005"/>
            <a:ext cx="1576388" cy="584835"/>
            <a:chOff x="0" y="0"/>
            <a:chExt cx="2101850" cy="779780"/>
          </a:xfrm>
        </p:grpSpPr>
        <p:sp>
          <p:nvSpPr>
            <p:cNvPr id="45" name="Freeform 45"/>
            <p:cNvSpPr/>
            <p:nvPr/>
          </p:nvSpPr>
          <p:spPr>
            <a:xfrm>
              <a:off x="48260" y="50800"/>
              <a:ext cx="2007870" cy="699770"/>
            </a:xfrm>
            <a:custGeom>
              <a:avLst/>
              <a:gdLst/>
              <a:ahLst/>
              <a:cxnLst/>
              <a:rect l="l" t="t" r="r" b="b"/>
              <a:pathLst>
                <a:path w="2007870" h="699770">
                  <a:moveTo>
                    <a:pt x="81280" y="0"/>
                  </a:moveTo>
                  <a:cubicBezTo>
                    <a:pt x="767080" y="104140"/>
                    <a:pt x="1443990" y="271780"/>
                    <a:pt x="1680210" y="334010"/>
                  </a:cubicBezTo>
                  <a:cubicBezTo>
                    <a:pt x="1779270" y="360680"/>
                    <a:pt x="1836420" y="360680"/>
                    <a:pt x="1891030" y="397510"/>
                  </a:cubicBezTo>
                  <a:cubicBezTo>
                    <a:pt x="1940560" y="429260"/>
                    <a:pt x="2007870" y="495300"/>
                    <a:pt x="2002790" y="527050"/>
                  </a:cubicBezTo>
                  <a:cubicBezTo>
                    <a:pt x="1998980" y="552450"/>
                    <a:pt x="1938020" y="568960"/>
                    <a:pt x="1905000" y="582930"/>
                  </a:cubicBezTo>
                  <a:cubicBezTo>
                    <a:pt x="1874520" y="595630"/>
                    <a:pt x="1850390" y="601980"/>
                    <a:pt x="1812290" y="609600"/>
                  </a:cubicBezTo>
                  <a:cubicBezTo>
                    <a:pt x="1751330" y="623570"/>
                    <a:pt x="1654810" y="636270"/>
                    <a:pt x="1572260" y="645160"/>
                  </a:cubicBezTo>
                  <a:cubicBezTo>
                    <a:pt x="1483360" y="655320"/>
                    <a:pt x="1404620" y="660400"/>
                    <a:pt x="1295400" y="665480"/>
                  </a:cubicBezTo>
                  <a:cubicBezTo>
                    <a:pt x="1139190" y="673100"/>
                    <a:pt x="815340" y="699770"/>
                    <a:pt x="718820" y="676910"/>
                  </a:cubicBezTo>
                  <a:cubicBezTo>
                    <a:pt x="683260" y="668020"/>
                    <a:pt x="665480" y="657860"/>
                    <a:pt x="651510" y="641350"/>
                  </a:cubicBezTo>
                  <a:cubicBezTo>
                    <a:pt x="641350" y="627380"/>
                    <a:pt x="637540" y="607060"/>
                    <a:pt x="637540" y="591820"/>
                  </a:cubicBezTo>
                  <a:cubicBezTo>
                    <a:pt x="638810" y="575310"/>
                    <a:pt x="646430" y="556260"/>
                    <a:pt x="656590" y="543560"/>
                  </a:cubicBezTo>
                  <a:cubicBezTo>
                    <a:pt x="668020" y="530860"/>
                    <a:pt x="684530" y="519430"/>
                    <a:pt x="701040" y="516890"/>
                  </a:cubicBezTo>
                  <a:cubicBezTo>
                    <a:pt x="722630" y="514350"/>
                    <a:pt x="758190" y="524510"/>
                    <a:pt x="774700" y="537210"/>
                  </a:cubicBezTo>
                  <a:cubicBezTo>
                    <a:pt x="787400" y="547370"/>
                    <a:pt x="797560" y="565150"/>
                    <a:pt x="798830" y="582930"/>
                  </a:cubicBezTo>
                  <a:cubicBezTo>
                    <a:pt x="800100" y="603250"/>
                    <a:pt x="789940" y="638810"/>
                    <a:pt x="774700" y="654050"/>
                  </a:cubicBezTo>
                  <a:cubicBezTo>
                    <a:pt x="758190" y="669290"/>
                    <a:pt x="722630" y="676910"/>
                    <a:pt x="701040" y="674370"/>
                  </a:cubicBezTo>
                  <a:cubicBezTo>
                    <a:pt x="684530" y="671830"/>
                    <a:pt x="668020" y="660400"/>
                    <a:pt x="656590" y="647700"/>
                  </a:cubicBezTo>
                  <a:cubicBezTo>
                    <a:pt x="646430" y="635000"/>
                    <a:pt x="638810" y="615950"/>
                    <a:pt x="637540" y="600710"/>
                  </a:cubicBezTo>
                  <a:cubicBezTo>
                    <a:pt x="637540" y="584200"/>
                    <a:pt x="642620" y="563880"/>
                    <a:pt x="651510" y="549910"/>
                  </a:cubicBezTo>
                  <a:cubicBezTo>
                    <a:pt x="660400" y="537210"/>
                    <a:pt x="669290" y="527050"/>
                    <a:pt x="693420" y="519430"/>
                  </a:cubicBezTo>
                  <a:cubicBezTo>
                    <a:pt x="772160" y="491490"/>
                    <a:pt x="1079500" y="520700"/>
                    <a:pt x="1273810" y="508000"/>
                  </a:cubicBezTo>
                  <a:cubicBezTo>
                    <a:pt x="1469390" y="495300"/>
                    <a:pt x="1812290" y="393700"/>
                    <a:pt x="1864360" y="445770"/>
                  </a:cubicBezTo>
                  <a:cubicBezTo>
                    <a:pt x="1885950" y="467360"/>
                    <a:pt x="1874520" y="534670"/>
                    <a:pt x="1852930" y="548640"/>
                  </a:cubicBezTo>
                  <a:cubicBezTo>
                    <a:pt x="1823720" y="567690"/>
                    <a:pt x="1741170" y="508000"/>
                    <a:pt x="1659890" y="485140"/>
                  </a:cubicBezTo>
                  <a:cubicBezTo>
                    <a:pt x="1526540" y="445770"/>
                    <a:pt x="1313180" y="393700"/>
                    <a:pt x="1123950" y="347980"/>
                  </a:cubicBezTo>
                  <a:cubicBezTo>
                    <a:pt x="913130" y="295910"/>
                    <a:pt x="650240" y="227330"/>
                    <a:pt x="453390" y="191770"/>
                  </a:cubicBezTo>
                  <a:cubicBezTo>
                    <a:pt x="302260" y="165100"/>
                    <a:pt x="110490" y="167640"/>
                    <a:pt x="48260" y="139700"/>
                  </a:cubicBezTo>
                  <a:cubicBezTo>
                    <a:pt x="26670" y="129540"/>
                    <a:pt x="17780" y="120650"/>
                    <a:pt x="10160" y="105410"/>
                  </a:cubicBezTo>
                  <a:cubicBezTo>
                    <a:pt x="2540" y="91440"/>
                    <a:pt x="0" y="71120"/>
                    <a:pt x="2540" y="54610"/>
                  </a:cubicBezTo>
                  <a:cubicBezTo>
                    <a:pt x="6350" y="39370"/>
                    <a:pt x="19050" y="21590"/>
                    <a:pt x="31750" y="12700"/>
                  </a:cubicBezTo>
                  <a:cubicBezTo>
                    <a:pt x="44450" y="2540"/>
                    <a:pt x="81280" y="0"/>
                    <a:pt x="81280" y="0"/>
                  </a:cubicBezTo>
                </a:path>
              </a:pathLst>
            </a:custGeom>
            <a:solidFill>
              <a:srgbClr val="FFFFFF"/>
            </a:solidFill>
            <a:ln cap="sq">
              <a:noFill/>
              <a:prstDash val="solid"/>
              <a:miter/>
            </a:ln>
          </p:spPr>
        </p:sp>
      </p:grpSp>
      <p:sp>
        <p:nvSpPr>
          <p:cNvPr id="46" name="Freeform 46"/>
          <p:cNvSpPr/>
          <p:nvPr/>
        </p:nvSpPr>
        <p:spPr>
          <a:xfrm>
            <a:off x="727597" y="2153263"/>
            <a:ext cx="14840808" cy="7105037"/>
          </a:xfrm>
          <a:custGeom>
            <a:avLst/>
            <a:gdLst/>
            <a:ahLst/>
            <a:cxnLst/>
            <a:rect l="l" t="t" r="r" b="b"/>
            <a:pathLst>
              <a:path w="14840808" h="7105037">
                <a:moveTo>
                  <a:pt x="0" y="0"/>
                </a:moveTo>
                <a:lnTo>
                  <a:pt x="14840807" y="0"/>
                </a:lnTo>
                <a:lnTo>
                  <a:pt x="14840807" y="7105037"/>
                </a:lnTo>
                <a:lnTo>
                  <a:pt x="0" y="7105037"/>
                </a:lnTo>
                <a:lnTo>
                  <a:pt x="0" y="0"/>
                </a:lnTo>
                <a:close/>
              </a:path>
            </a:pathLst>
          </a:custGeom>
          <a:blipFill>
            <a:blip r:embed="rId2"/>
            <a:stretch>
              <a:fillRect/>
            </a:stretch>
          </a:blipFill>
        </p:spPr>
      </p:sp>
      <p:sp>
        <p:nvSpPr>
          <p:cNvPr id="47" name="TextBox 47"/>
          <p:cNvSpPr txBox="1"/>
          <p:nvPr/>
        </p:nvSpPr>
        <p:spPr>
          <a:xfrm>
            <a:off x="727597" y="525304"/>
            <a:ext cx="13972239" cy="1790700"/>
          </a:xfrm>
          <a:prstGeom prst="rect">
            <a:avLst/>
          </a:prstGeom>
        </p:spPr>
        <p:txBody>
          <a:bodyPr lIns="0" tIns="0" rIns="0" bIns="0" rtlCol="0" anchor="t">
            <a:spAutoFit/>
          </a:bodyPr>
          <a:lstStyle/>
          <a:p>
            <a:pPr algn="l">
              <a:lnSpc>
                <a:spcPts val="7080"/>
              </a:lnSpc>
            </a:pPr>
            <a:r>
              <a:rPr lang="en-US" sz="5900" b="1">
                <a:solidFill>
                  <a:srgbClr val="1B517B"/>
                </a:solidFill>
                <a:latin typeface="Barlow Ultra-Bold"/>
                <a:ea typeface="Barlow Ultra-Bold"/>
                <a:cs typeface="Barlow Ultra-Bold"/>
                <a:sym typeface="Barlow Ultra-Bold"/>
              </a:rPr>
              <a:t>GESTIÓN DE BODEGA</a:t>
            </a:r>
          </a:p>
          <a:p>
            <a:pPr algn="l">
              <a:lnSpc>
                <a:spcPts val="7080"/>
              </a:lnSpc>
            </a:pPr>
            <a:endParaRPr lang="en-US" sz="5900" b="1">
              <a:solidFill>
                <a:srgbClr val="1B517B"/>
              </a:solidFill>
              <a:latin typeface="Barlow Ultra-Bold"/>
              <a:ea typeface="Barlow Ultra-Bold"/>
              <a:cs typeface="Barlow Ultra-Bold"/>
              <a:sym typeface="Barlow Ultra-Bo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165655">
            <a:off x="17566615" y="-1682752"/>
            <a:ext cx="3949924" cy="17171291"/>
            <a:chOff x="0" y="0"/>
            <a:chExt cx="1040309" cy="4522480"/>
          </a:xfrm>
        </p:grpSpPr>
        <p:sp>
          <p:nvSpPr>
            <p:cNvPr id="3" name="Freeform 3"/>
            <p:cNvSpPr/>
            <p:nvPr/>
          </p:nvSpPr>
          <p:spPr>
            <a:xfrm>
              <a:off x="0" y="0"/>
              <a:ext cx="1040309" cy="4522480"/>
            </a:xfrm>
            <a:custGeom>
              <a:avLst/>
              <a:gdLst/>
              <a:ahLst/>
              <a:cxnLst/>
              <a:rect l="l" t="t" r="r" b="b"/>
              <a:pathLst>
                <a:path w="1040309" h="4522480">
                  <a:moveTo>
                    <a:pt x="0" y="0"/>
                  </a:moveTo>
                  <a:lnTo>
                    <a:pt x="1040309" y="0"/>
                  </a:lnTo>
                  <a:lnTo>
                    <a:pt x="1040309" y="4522480"/>
                  </a:lnTo>
                  <a:lnTo>
                    <a:pt x="0" y="4522480"/>
                  </a:lnTo>
                  <a:close/>
                </a:path>
              </a:pathLst>
            </a:custGeom>
            <a:solidFill>
              <a:srgbClr val="DF8D11"/>
            </a:solidFill>
          </p:spPr>
        </p:sp>
        <p:sp>
          <p:nvSpPr>
            <p:cNvPr id="4" name="TextBox 4"/>
            <p:cNvSpPr txBox="1"/>
            <p:nvPr/>
          </p:nvSpPr>
          <p:spPr>
            <a:xfrm>
              <a:off x="0" y="-57150"/>
              <a:ext cx="1040309" cy="457963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1867607">
            <a:off x="14730309" y="-9590010"/>
            <a:ext cx="3949924" cy="17171291"/>
            <a:chOff x="0" y="0"/>
            <a:chExt cx="1040309" cy="4522480"/>
          </a:xfrm>
        </p:grpSpPr>
        <p:sp>
          <p:nvSpPr>
            <p:cNvPr id="6" name="Freeform 6"/>
            <p:cNvSpPr/>
            <p:nvPr/>
          </p:nvSpPr>
          <p:spPr>
            <a:xfrm>
              <a:off x="0" y="0"/>
              <a:ext cx="1040309" cy="4522480"/>
            </a:xfrm>
            <a:custGeom>
              <a:avLst/>
              <a:gdLst/>
              <a:ahLst/>
              <a:cxnLst/>
              <a:rect l="l" t="t" r="r" b="b"/>
              <a:pathLst>
                <a:path w="1040309" h="4522480">
                  <a:moveTo>
                    <a:pt x="0" y="0"/>
                  </a:moveTo>
                  <a:lnTo>
                    <a:pt x="1040309" y="0"/>
                  </a:lnTo>
                  <a:lnTo>
                    <a:pt x="1040309" y="4522480"/>
                  </a:lnTo>
                  <a:lnTo>
                    <a:pt x="0" y="4522480"/>
                  </a:lnTo>
                  <a:close/>
                </a:path>
              </a:pathLst>
            </a:custGeom>
            <a:solidFill>
              <a:srgbClr val="F1B04E"/>
            </a:solidFill>
          </p:spPr>
        </p:sp>
        <p:sp>
          <p:nvSpPr>
            <p:cNvPr id="7" name="TextBox 7"/>
            <p:cNvSpPr txBox="1"/>
            <p:nvPr/>
          </p:nvSpPr>
          <p:spPr>
            <a:xfrm>
              <a:off x="0" y="-57150"/>
              <a:ext cx="1040309" cy="4579630"/>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rot="1774930">
            <a:off x="17518990" y="-1397777"/>
            <a:ext cx="3949924" cy="17171291"/>
            <a:chOff x="0" y="0"/>
            <a:chExt cx="1040309" cy="4522480"/>
          </a:xfrm>
        </p:grpSpPr>
        <p:sp>
          <p:nvSpPr>
            <p:cNvPr id="9" name="Freeform 9"/>
            <p:cNvSpPr/>
            <p:nvPr/>
          </p:nvSpPr>
          <p:spPr>
            <a:xfrm>
              <a:off x="0" y="0"/>
              <a:ext cx="1040309" cy="4522480"/>
            </a:xfrm>
            <a:custGeom>
              <a:avLst/>
              <a:gdLst/>
              <a:ahLst/>
              <a:cxnLst/>
              <a:rect l="l" t="t" r="r" b="b"/>
              <a:pathLst>
                <a:path w="1040309" h="4522480">
                  <a:moveTo>
                    <a:pt x="0" y="0"/>
                  </a:moveTo>
                  <a:lnTo>
                    <a:pt x="1040309" y="0"/>
                  </a:lnTo>
                  <a:lnTo>
                    <a:pt x="1040309" y="4522480"/>
                  </a:lnTo>
                  <a:lnTo>
                    <a:pt x="0" y="4522480"/>
                  </a:lnTo>
                  <a:close/>
                </a:path>
              </a:pathLst>
            </a:custGeom>
            <a:solidFill>
              <a:srgbClr val="1B517B"/>
            </a:solidFill>
          </p:spPr>
        </p:sp>
        <p:sp>
          <p:nvSpPr>
            <p:cNvPr id="10" name="TextBox 10"/>
            <p:cNvSpPr txBox="1"/>
            <p:nvPr/>
          </p:nvSpPr>
          <p:spPr>
            <a:xfrm>
              <a:off x="0" y="-57150"/>
              <a:ext cx="1040309" cy="457963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rot="1774930">
            <a:off x="18068584" y="-13614"/>
            <a:ext cx="3949924" cy="17171291"/>
            <a:chOff x="0" y="0"/>
            <a:chExt cx="1040309" cy="4522480"/>
          </a:xfrm>
        </p:grpSpPr>
        <p:sp>
          <p:nvSpPr>
            <p:cNvPr id="12" name="Freeform 12"/>
            <p:cNvSpPr/>
            <p:nvPr/>
          </p:nvSpPr>
          <p:spPr>
            <a:xfrm>
              <a:off x="0" y="0"/>
              <a:ext cx="1040309" cy="4522480"/>
            </a:xfrm>
            <a:custGeom>
              <a:avLst/>
              <a:gdLst/>
              <a:ahLst/>
              <a:cxnLst/>
              <a:rect l="l" t="t" r="r" b="b"/>
              <a:pathLst>
                <a:path w="1040309" h="4522480">
                  <a:moveTo>
                    <a:pt x="0" y="0"/>
                  </a:moveTo>
                  <a:lnTo>
                    <a:pt x="1040309" y="0"/>
                  </a:lnTo>
                  <a:lnTo>
                    <a:pt x="1040309" y="4522480"/>
                  </a:lnTo>
                  <a:lnTo>
                    <a:pt x="0" y="4522480"/>
                  </a:lnTo>
                  <a:close/>
                </a:path>
              </a:pathLst>
            </a:custGeom>
            <a:solidFill>
              <a:srgbClr val="487BA2"/>
            </a:solidFill>
          </p:spPr>
        </p:sp>
        <p:sp>
          <p:nvSpPr>
            <p:cNvPr id="13" name="TextBox 13"/>
            <p:cNvSpPr txBox="1"/>
            <p:nvPr/>
          </p:nvSpPr>
          <p:spPr>
            <a:xfrm>
              <a:off x="0" y="-57150"/>
              <a:ext cx="1040309" cy="4579630"/>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11319510" y="-281940"/>
            <a:ext cx="1551623" cy="1116330"/>
            <a:chOff x="0" y="0"/>
            <a:chExt cx="2068830" cy="1488440"/>
          </a:xfrm>
        </p:grpSpPr>
        <p:sp>
          <p:nvSpPr>
            <p:cNvPr id="15" name="Freeform 15"/>
            <p:cNvSpPr/>
            <p:nvPr/>
          </p:nvSpPr>
          <p:spPr>
            <a:xfrm>
              <a:off x="44450" y="45720"/>
              <a:ext cx="1977390" cy="1390650"/>
            </a:xfrm>
            <a:custGeom>
              <a:avLst/>
              <a:gdLst/>
              <a:ahLst/>
              <a:cxnLst/>
              <a:rect l="l" t="t" r="r" b="b"/>
              <a:pathLst>
                <a:path w="1977390" h="1390650">
                  <a:moveTo>
                    <a:pt x="6350" y="694690"/>
                  </a:moveTo>
                  <a:cubicBezTo>
                    <a:pt x="64770" y="596900"/>
                    <a:pt x="107950" y="562610"/>
                    <a:pt x="139700" y="543560"/>
                  </a:cubicBezTo>
                  <a:cubicBezTo>
                    <a:pt x="163830" y="529590"/>
                    <a:pt x="203200" y="525780"/>
                    <a:pt x="213360" y="516890"/>
                  </a:cubicBezTo>
                  <a:cubicBezTo>
                    <a:pt x="215900" y="514350"/>
                    <a:pt x="215900" y="510540"/>
                    <a:pt x="217170" y="508000"/>
                  </a:cubicBezTo>
                  <a:cubicBezTo>
                    <a:pt x="219710" y="505460"/>
                    <a:pt x="222250" y="499110"/>
                    <a:pt x="222250" y="499110"/>
                  </a:cubicBezTo>
                  <a:cubicBezTo>
                    <a:pt x="222250" y="497840"/>
                    <a:pt x="227330" y="492760"/>
                    <a:pt x="229870" y="490220"/>
                  </a:cubicBezTo>
                  <a:cubicBezTo>
                    <a:pt x="232410" y="487680"/>
                    <a:pt x="236220" y="482600"/>
                    <a:pt x="236220" y="482600"/>
                  </a:cubicBezTo>
                  <a:cubicBezTo>
                    <a:pt x="236220" y="482600"/>
                    <a:pt x="242570" y="478790"/>
                    <a:pt x="245110" y="476250"/>
                  </a:cubicBezTo>
                  <a:cubicBezTo>
                    <a:pt x="248920" y="474980"/>
                    <a:pt x="254000" y="471170"/>
                    <a:pt x="254000" y="471170"/>
                  </a:cubicBezTo>
                  <a:cubicBezTo>
                    <a:pt x="254000" y="469900"/>
                    <a:pt x="260350" y="468630"/>
                    <a:pt x="264160" y="467360"/>
                  </a:cubicBezTo>
                  <a:cubicBezTo>
                    <a:pt x="267970" y="466090"/>
                    <a:pt x="274320" y="463550"/>
                    <a:pt x="274320" y="463550"/>
                  </a:cubicBezTo>
                  <a:cubicBezTo>
                    <a:pt x="274320" y="463550"/>
                    <a:pt x="280670" y="462280"/>
                    <a:pt x="284480" y="462280"/>
                  </a:cubicBezTo>
                  <a:cubicBezTo>
                    <a:pt x="288290" y="461010"/>
                    <a:pt x="294640" y="461010"/>
                    <a:pt x="294640" y="461010"/>
                  </a:cubicBezTo>
                  <a:cubicBezTo>
                    <a:pt x="294640" y="461010"/>
                    <a:pt x="318770" y="461010"/>
                    <a:pt x="335280" y="461010"/>
                  </a:cubicBezTo>
                  <a:cubicBezTo>
                    <a:pt x="356870" y="461010"/>
                    <a:pt x="401320" y="461010"/>
                    <a:pt x="414020" y="461010"/>
                  </a:cubicBezTo>
                  <a:cubicBezTo>
                    <a:pt x="419100" y="461010"/>
                    <a:pt x="420370" y="462280"/>
                    <a:pt x="424180" y="461010"/>
                  </a:cubicBezTo>
                  <a:cubicBezTo>
                    <a:pt x="431800" y="459740"/>
                    <a:pt x="443230" y="452120"/>
                    <a:pt x="457200" y="449580"/>
                  </a:cubicBezTo>
                  <a:cubicBezTo>
                    <a:pt x="478790" y="444500"/>
                    <a:pt x="518160" y="444500"/>
                    <a:pt x="547370" y="443230"/>
                  </a:cubicBezTo>
                  <a:cubicBezTo>
                    <a:pt x="575310" y="441960"/>
                    <a:pt x="600710" y="443230"/>
                    <a:pt x="627380" y="443230"/>
                  </a:cubicBezTo>
                  <a:cubicBezTo>
                    <a:pt x="656590" y="441960"/>
                    <a:pt x="690880" y="441960"/>
                    <a:pt x="717550" y="441960"/>
                  </a:cubicBezTo>
                  <a:cubicBezTo>
                    <a:pt x="739140" y="441960"/>
                    <a:pt x="760730" y="448310"/>
                    <a:pt x="775970" y="441960"/>
                  </a:cubicBezTo>
                  <a:cubicBezTo>
                    <a:pt x="787400" y="436880"/>
                    <a:pt x="788670" y="421640"/>
                    <a:pt x="801370" y="414020"/>
                  </a:cubicBezTo>
                  <a:cubicBezTo>
                    <a:pt x="824230" y="402590"/>
                    <a:pt x="896620" y="400050"/>
                    <a:pt x="910590" y="400050"/>
                  </a:cubicBezTo>
                  <a:cubicBezTo>
                    <a:pt x="913130" y="400050"/>
                    <a:pt x="914400" y="401320"/>
                    <a:pt x="916940" y="400050"/>
                  </a:cubicBezTo>
                  <a:cubicBezTo>
                    <a:pt x="923290" y="396240"/>
                    <a:pt x="935990" y="367030"/>
                    <a:pt x="949960" y="347980"/>
                  </a:cubicBezTo>
                  <a:cubicBezTo>
                    <a:pt x="970280" y="321310"/>
                    <a:pt x="1002030" y="281940"/>
                    <a:pt x="1027430" y="254000"/>
                  </a:cubicBezTo>
                  <a:cubicBezTo>
                    <a:pt x="1051560" y="228600"/>
                    <a:pt x="1073150" y="208280"/>
                    <a:pt x="1098550" y="186690"/>
                  </a:cubicBezTo>
                  <a:cubicBezTo>
                    <a:pt x="1125220" y="165100"/>
                    <a:pt x="1155700" y="140970"/>
                    <a:pt x="1183640" y="123190"/>
                  </a:cubicBezTo>
                  <a:cubicBezTo>
                    <a:pt x="1209040" y="106680"/>
                    <a:pt x="1233170" y="96520"/>
                    <a:pt x="1258570" y="80010"/>
                  </a:cubicBezTo>
                  <a:cubicBezTo>
                    <a:pt x="1286510" y="63500"/>
                    <a:pt x="1315720" y="39370"/>
                    <a:pt x="1344930" y="26670"/>
                  </a:cubicBezTo>
                  <a:cubicBezTo>
                    <a:pt x="1372870" y="15240"/>
                    <a:pt x="1400810" y="7620"/>
                    <a:pt x="1430020" y="5080"/>
                  </a:cubicBezTo>
                  <a:cubicBezTo>
                    <a:pt x="1461770" y="0"/>
                    <a:pt x="1497330" y="1270"/>
                    <a:pt x="1529080" y="5080"/>
                  </a:cubicBezTo>
                  <a:cubicBezTo>
                    <a:pt x="1560830" y="10160"/>
                    <a:pt x="1591310" y="16510"/>
                    <a:pt x="1619250" y="29210"/>
                  </a:cubicBezTo>
                  <a:cubicBezTo>
                    <a:pt x="1647190" y="40640"/>
                    <a:pt x="1670050" y="60960"/>
                    <a:pt x="1696720" y="76200"/>
                  </a:cubicBezTo>
                  <a:cubicBezTo>
                    <a:pt x="1724660" y="92710"/>
                    <a:pt x="1758950" y="105410"/>
                    <a:pt x="1785620" y="125730"/>
                  </a:cubicBezTo>
                  <a:cubicBezTo>
                    <a:pt x="1809750" y="144780"/>
                    <a:pt x="1828800" y="168910"/>
                    <a:pt x="1847850" y="191770"/>
                  </a:cubicBezTo>
                  <a:cubicBezTo>
                    <a:pt x="1866900" y="214630"/>
                    <a:pt x="1883410" y="234950"/>
                    <a:pt x="1897380" y="260350"/>
                  </a:cubicBezTo>
                  <a:cubicBezTo>
                    <a:pt x="1913890" y="289560"/>
                    <a:pt x="1927860" y="323850"/>
                    <a:pt x="1940560" y="356870"/>
                  </a:cubicBezTo>
                  <a:cubicBezTo>
                    <a:pt x="1953260" y="389890"/>
                    <a:pt x="1967230" y="425450"/>
                    <a:pt x="1972310" y="458470"/>
                  </a:cubicBezTo>
                  <a:cubicBezTo>
                    <a:pt x="1977390" y="488950"/>
                    <a:pt x="1973580" y="516890"/>
                    <a:pt x="1973580" y="547370"/>
                  </a:cubicBezTo>
                  <a:cubicBezTo>
                    <a:pt x="1972310" y="579120"/>
                    <a:pt x="1973580" y="610870"/>
                    <a:pt x="1971040" y="642620"/>
                  </a:cubicBezTo>
                  <a:cubicBezTo>
                    <a:pt x="1969770" y="675640"/>
                    <a:pt x="1964690" y="712470"/>
                    <a:pt x="1958340" y="744220"/>
                  </a:cubicBezTo>
                  <a:cubicBezTo>
                    <a:pt x="1953260" y="772160"/>
                    <a:pt x="1949450" y="796290"/>
                    <a:pt x="1939290" y="822960"/>
                  </a:cubicBezTo>
                  <a:cubicBezTo>
                    <a:pt x="1927860" y="852170"/>
                    <a:pt x="1907540" y="882650"/>
                    <a:pt x="1888490" y="913130"/>
                  </a:cubicBezTo>
                  <a:cubicBezTo>
                    <a:pt x="1868170" y="946150"/>
                    <a:pt x="1846580" y="982980"/>
                    <a:pt x="1823720" y="1010920"/>
                  </a:cubicBezTo>
                  <a:cubicBezTo>
                    <a:pt x="1802130" y="1035050"/>
                    <a:pt x="1780540" y="1054100"/>
                    <a:pt x="1756410" y="1074420"/>
                  </a:cubicBezTo>
                  <a:cubicBezTo>
                    <a:pt x="1732280" y="1093470"/>
                    <a:pt x="1705610" y="1112520"/>
                    <a:pt x="1678940" y="1129030"/>
                  </a:cubicBezTo>
                  <a:cubicBezTo>
                    <a:pt x="1653540" y="1145540"/>
                    <a:pt x="1628140" y="1160780"/>
                    <a:pt x="1601470" y="1174750"/>
                  </a:cubicBezTo>
                  <a:cubicBezTo>
                    <a:pt x="1573530" y="1189990"/>
                    <a:pt x="1534160" y="1210310"/>
                    <a:pt x="1512570" y="1216660"/>
                  </a:cubicBezTo>
                  <a:cubicBezTo>
                    <a:pt x="1498600" y="1220470"/>
                    <a:pt x="1480820" y="1219200"/>
                    <a:pt x="1480820" y="1220470"/>
                  </a:cubicBezTo>
                  <a:cubicBezTo>
                    <a:pt x="1480820" y="1220470"/>
                    <a:pt x="1482090" y="1221740"/>
                    <a:pt x="1483360" y="1221740"/>
                  </a:cubicBezTo>
                  <a:cubicBezTo>
                    <a:pt x="1485900" y="1223010"/>
                    <a:pt x="1489710" y="1224280"/>
                    <a:pt x="1492250" y="1224280"/>
                  </a:cubicBezTo>
                  <a:cubicBezTo>
                    <a:pt x="1493520" y="1225550"/>
                    <a:pt x="1494790" y="1226820"/>
                    <a:pt x="1496060" y="1228090"/>
                  </a:cubicBezTo>
                  <a:cubicBezTo>
                    <a:pt x="1497330" y="1228090"/>
                    <a:pt x="1498600" y="1229360"/>
                    <a:pt x="1501140" y="1229360"/>
                  </a:cubicBezTo>
                  <a:cubicBezTo>
                    <a:pt x="1502410" y="1230630"/>
                    <a:pt x="1504950" y="1234440"/>
                    <a:pt x="1507490" y="1235710"/>
                  </a:cubicBezTo>
                  <a:cubicBezTo>
                    <a:pt x="1510030" y="1238250"/>
                    <a:pt x="1513840" y="1239520"/>
                    <a:pt x="1515110" y="1242060"/>
                  </a:cubicBezTo>
                  <a:cubicBezTo>
                    <a:pt x="1516380" y="1243330"/>
                    <a:pt x="1516380" y="1244600"/>
                    <a:pt x="1517650" y="1245870"/>
                  </a:cubicBezTo>
                  <a:cubicBezTo>
                    <a:pt x="1518920" y="1247140"/>
                    <a:pt x="1520190" y="1248410"/>
                    <a:pt x="1521460" y="1249680"/>
                  </a:cubicBezTo>
                  <a:cubicBezTo>
                    <a:pt x="1522730" y="1250950"/>
                    <a:pt x="1524000" y="1254760"/>
                    <a:pt x="1526540" y="1257300"/>
                  </a:cubicBezTo>
                  <a:cubicBezTo>
                    <a:pt x="1527810" y="1259840"/>
                    <a:pt x="1530350" y="1263650"/>
                    <a:pt x="1531620" y="1266190"/>
                  </a:cubicBezTo>
                  <a:cubicBezTo>
                    <a:pt x="1531620" y="1267460"/>
                    <a:pt x="1531620" y="1268730"/>
                    <a:pt x="1532890" y="1270000"/>
                  </a:cubicBezTo>
                  <a:cubicBezTo>
                    <a:pt x="1532890" y="1271270"/>
                    <a:pt x="1534160" y="1272540"/>
                    <a:pt x="1535430" y="1273810"/>
                  </a:cubicBezTo>
                  <a:cubicBezTo>
                    <a:pt x="1535430" y="1276350"/>
                    <a:pt x="1535430" y="1280160"/>
                    <a:pt x="1536700" y="1283970"/>
                  </a:cubicBezTo>
                  <a:cubicBezTo>
                    <a:pt x="1536700" y="1286510"/>
                    <a:pt x="1539240" y="1290320"/>
                    <a:pt x="1539240" y="1292860"/>
                  </a:cubicBezTo>
                  <a:cubicBezTo>
                    <a:pt x="1539240" y="1295400"/>
                    <a:pt x="1539240" y="1296670"/>
                    <a:pt x="1539240" y="1297940"/>
                  </a:cubicBezTo>
                  <a:cubicBezTo>
                    <a:pt x="1539240" y="1299210"/>
                    <a:pt x="1539240" y="1300480"/>
                    <a:pt x="1539240" y="1303020"/>
                  </a:cubicBezTo>
                  <a:cubicBezTo>
                    <a:pt x="1539240" y="1305560"/>
                    <a:pt x="1537970" y="1309370"/>
                    <a:pt x="1537970" y="1311910"/>
                  </a:cubicBezTo>
                  <a:cubicBezTo>
                    <a:pt x="1537970" y="1314450"/>
                    <a:pt x="1537970" y="1319530"/>
                    <a:pt x="1537970" y="1322070"/>
                  </a:cubicBezTo>
                  <a:cubicBezTo>
                    <a:pt x="1536700" y="1323340"/>
                    <a:pt x="1536700" y="1324610"/>
                    <a:pt x="1535430" y="1325880"/>
                  </a:cubicBezTo>
                  <a:cubicBezTo>
                    <a:pt x="1535430" y="1327150"/>
                    <a:pt x="1535430" y="1328420"/>
                    <a:pt x="1535430" y="1330960"/>
                  </a:cubicBezTo>
                  <a:cubicBezTo>
                    <a:pt x="1534160" y="1333500"/>
                    <a:pt x="1531620" y="1336040"/>
                    <a:pt x="1530350" y="1338580"/>
                  </a:cubicBezTo>
                  <a:cubicBezTo>
                    <a:pt x="1529080" y="1342390"/>
                    <a:pt x="1529080" y="1346200"/>
                    <a:pt x="1526540" y="1347470"/>
                  </a:cubicBezTo>
                  <a:cubicBezTo>
                    <a:pt x="1526540" y="1350010"/>
                    <a:pt x="1525270" y="1350010"/>
                    <a:pt x="1524000" y="1351280"/>
                  </a:cubicBezTo>
                  <a:cubicBezTo>
                    <a:pt x="1522730" y="1352550"/>
                    <a:pt x="1522730" y="1353820"/>
                    <a:pt x="1521460" y="1356360"/>
                  </a:cubicBezTo>
                  <a:cubicBezTo>
                    <a:pt x="1520190" y="1357630"/>
                    <a:pt x="1517650" y="1360170"/>
                    <a:pt x="1515110" y="1362710"/>
                  </a:cubicBezTo>
                  <a:cubicBezTo>
                    <a:pt x="1512570" y="1365250"/>
                    <a:pt x="1511300" y="1367790"/>
                    <a:pt x="1508760" y="1370330"/>
                  </a:cubicBezTo>
                  <a:cubicBezTo>
                    <a:pt x="1507490" y="1370330"/>
                    <a:pt x="1506220" y="1371600"/>
                    <a:pt x="1504950" y="1371600"/>
                  </a:cubicBezTo>
                  <a:cubicBezTo>
                    <a:pt x="1503680" y="1372870"/>
                    <a:pt x="1502410" y="1374140"/>
                    <a:pt x="1501140" y="1375410"/>
                  </a:cubicBezTo>
                  <a:cubicBezTo>
                    <a:pt x="1498600" y="1376680"/>
                    <a:pt x="1494790" y="1377950"/>
                    <a:pt x="1492250" y="1379220"/>
                  </a:cubicBezTo>
                  <a:cubicBezTo>
                    <a:pt x="1489710" y="1380490"/>
                    <a:pt x="1487170" y="1383030"/>
                    <a:pt x="1484630" y="1384300"/>
                  </a:cubicBezTo>
                  <a:cubicBezTo>
                    <a:pt x="1483360" y="1385570"/>
                    <a:pt x="1480820" y="1385570"/>
                    <a:pt x="1479550" y="1385570"/>
                  </a:cubicBezTo>
                  <a:cubicBezTo>
                    <a:pt x="1478280" y="1385570"/>
                    <a:pt x="1477010" y="1386840"/>
                    <a:pt x="1475740" y="1388110"/>
                  </a:cubicBezTo>
                  <a:cubicBezTo>
                    <a:pt x="1473200" y="1388110"/>
                    <a:pt x="1469390" y="1388110"/>
                    <a:pt x="1465580" y="1388110"/>
                  </a:cubicBezTo>
                  <a:cubicBezTo>
                    <a:pt x="1463040" y="1389380"/>
                    <a:pt x="1459230" y="1390650"/>
                    <a:pt x="1456690" y="1390650"/>
                  </a:cubicBezTo>
                  <a:cubicBezTo>
                    <a:pt x="1455420" y="1390650"/>
                    <a:pt x="1452880" y="1390650"/>
                    <a:pt x="1451610" y="1390650"/>
                  </a:cubicBezTo>
                  <a:cubicBezTo>
                    <a:pt x="1450340" y="1390650"/>
                    <a:pt x="1449070" y="1390650"/>
                    <a:pt x="1446530" y="1390650"/>
                  </a:cubicBezTo>
                  <a:cubicBezTo>
                    <a:pt x="1443990" y="1390650"/>
                    <a:pt x="1441450" y="1389380"/>
                    <a:pt x="1437640" y="1389380"/>
                  </a:cubicBezTo>
                  <a:cubicBezTo>
                    <a:pt x="1435100" y="1388110"/>
                    <a:pt x="1431290" y="1388110"/>
                    <a:pt x="1428750" y="1388110"/>
                  </a:cubicBezTo>
                  <a:cubicBezTo>
                    <a:pt x="1426210" y="1386840"/>
                    <a:pt x="1424940" y="1386840"/>
                    <a:pt x="1423670" y="1385570"/>
                  </a:cubicBezTo>
                  <a:cubicBezTo>
                    <a:pt x="1422400" y="1385570"/>
                    <a:pt x="1421130" y="1385570"/>
                    <a:pt x="1419860" y="1384300"/>
                  </a:cubicBezTo>
                  <a:cubicBezTo>
                    <a:pt x="1417320" y="1384300"/>
                    <a:pt x="1416050" y="1381760"/>
                    <a:pt x="1412240" y="1380490"/>
                  </a:cubicBezTo>
                  <a:cubicBezTo>
                    <a:pt x="1405890" y="1376680"/>
                    <a:pt x="1394460" y="1372870"/>
                    <a:pt x="1380490" y="1366520"/>
                  </a:cubicBezTo>
                  <a:cubicBezTo>
                    <a:pt x="1357630" y="1355090"/>
                    <a:pt x="1316990" y="1337310"/>
                    <a:pt x="1286510" y="1318260"/>
                  </a:cubicBezTo>
                  <a:cubicBezTo>
                    <a:pt x="1254760" y="1299210"/>
                    <a:pt x="1215390" y="1267460"/>
                    <a:pt x="1196340" y="1250950"/>
                  </a:cubicBezTo>
                  <a:cubicBezTo>
                    <a:pt x="1186180" y="1240790"/>
                    <a:pt x="1184910" y="1233170"/>
                    <a:pt x="1173480" y="1226820"/>
                  </a:cubicBezTo>
                  <a:cubicBezTo>
                    <a:pt x="1154430" y="1216660"/>
                    <a:pt x="1112520" y="1215390"/>
                    <a:pt x="1079500" y="1207770"/>
                  </a:cubicBezTo>
                  <a:cubicBezTo>
                    <a:pt x="1043940" y="1200150"/>
                    <a:pt x="1002030" y="1192530"/>
                    <a:pt x="967740" y="1182370"/>
                  </a:cubicBezTo>
                  <a:cubicBezTo>
                    <a:pt x="938530" y="1173480"/>
                    <a:pt x="913130" y="1162050"/>
                    <a:pt x="886460" y="1149350"/>
                  </a:cubicBezTo>
                  <a:cubicBezTo>
                    <a:pt x="859790" y="1137920"/>
                    <a:pt x="834390" y="1123950"/>
                    <a:pt x="806450" y="1109980"/>
                  </a:cubicBezTo>
                  <a:cubicBezTo>
                    <a:pt x="773430" y="1094740"/>
                    <a:pt x="732790" y="1080770"/>
                    <a:pt x="702310" y="1059180"/>
                  </a:cubicBezTo>
                  <a:cubicBezTo>
                    <a:pt x="673100" y="1038860"/>
                    <a:pt x="635000" y="1000760"/>
                    <a:pt x="626110" y="985520"/>
                  </a:cubicBezTo>
                  <a:cubicBezTo>
                    <a:pt x="622300" y="980440"/>
                    <a:pt x="624840" y="975360"/>
                    <a:pt x="621030" y="972820"/>
                  </a:cubicBezTo>
                  <a:cubicBezTo>
                    <a:pt x="618490" y="971550"/>
                    <a:pt x="614680" y="974090"/>
                    <a:pt x="608330" y="972820"/>
                  </a:cubicBezTo>
                  <a:cubicBezTo>
                    <a:pt x="589280" y="970280"/>
                    <a:pt x="534670" y="958850"/>
                    <a:pt x="499110" y="947420"/>
                  </a:cubicBezTo>
                  <a:cubicBezTo>
                    <a:pt x="464820" y="937260"/>
                    <a:pt x="433070" y="923290"/>
                    <a:pt x="398780" y="909320"/>
                  </a:cubicBezTo>
                  <a:cubicBezTo>
                    <a:pt x="363220" y="896620"/>
                    <a:pt x="287020" y="867410"/>
                    <a:pt x="287020" y="867410"/>
                  </a:cubicBezTo>
                  <a:cubicBezTo>
                    <a:pt x="287020" y="867410"/>
                    <a:pt x="279400" y="866140"/>
                    <a:pt x="275590" y="866140"/>
                  </a:cubicBezTo>
                  <a:cubicBezTo>
                    <a:pt x="273050" y="866140"/>
                    <a:pt x="265430" y="864870"/>
                    <a:pt x="265430" y="864870"/>
                  </a:cubicBezTo>
                  <a:cubicBezTo>
                    <a:pt x="265430" y="864870"/>
                    <a:pt x="259080" y="862330"/>
                    <a:pt x="255270" y="861060"/>
                  </a:cubicBezTo>
                  <a:cubicBezTo>
                    <a:pt x="251460" y="859790"/>
                    <a:pt x="245110" y="857250"/>
                    <a:pt x="245110" y="857250"/>
                  </a:cubicBezTo>
                  <a:cubicBezTo>
                    <a:pt x="245110" y="857250"/>
                    <a:pt x="240030" y="853440"/>
                    <a:pt x="236220" y="850900"/>
                  </a:cubicBezTo>
                  <a:cubicBezTo>
                    <a:pt x="233680" y="849630"/>
                    <a:pt x="227330" y="844550"/>
                    <a:pt x="227330" y="844550"/>
                  </a:cubicBezTo>
                  <a:cubicBezTo>
                    <a:pt x="227330" y="844550"/>
                    <a:pt x="222250" y="839470"/>
                    <a:pt x="220980" y="836930"/>
                  </a:cubicBezTo>
                  <a:cubicBezTo>
                    <a:pt x="219710" y="835660"/>
                    <a:pt x="218440" y="834390"/>
                    <a:pt x="217170" y="833120"/>
                  </a:cubicBezTo>
                  <a:cubicBezTo>
                    <a:pt x="213360" y="831850"/>
                    <a:pt x="207010" y="833120"/>
                    <a:pt x="199390" y="833120"/>
                  </a:cubicBezTo>
                  <a:cubicBezTo>
                    <a:pt x="181610" y="833120"/>
                    <a:pt x="144780" y="840740"/>
                    <a:pt x="116840" y="833120"/>
                  </a:cubicBezTo>
                  <a:cubicBezTo>
                    <a:pt x="83820" y="825500"/>
                    <a:pt x="34290" y="807720"/>
                    <a:pt x="16510" y="782320"/>
                  </a:cubicBezTo>
                  <a:cubicBezTo>
                    <a:pt x="0" y="759460"/>
                    <a:pt x="6350" y="694690"/>
                    <a:pt x="6350" y="694690"/>
                  </a:cubicBezTo>
                  <a:moveTo>
                    <a:pt x="915670" y="975360"/>
                  </a:moveTo>
                  <a:cubicBezTo>
                    <a:pt x="923290" y="977900"/>
                    <a:pt x="979170" y="1012190"/>
                    <a:pt x="981710" y="1008380"/>
                  </a:cubicBezTo>
                  <a:cubicBezTo>
                    <a:pt x="984250" y="1005840"/>
                    <a:pt x="965200" y="979170"/>
                    <a:pt x="957580" y="975360"/>
                  </a:cubicBezTo>
                  <a:cubicBezTo>
                    <a:pt x="951230" y="972820"/>
                    <a:pt x="946150" y="975360"/>
                    <a:pt x="941070" y="975360"/>
                  </a:cubicBezTo>
                  <a:cubicBezTo>
                    <a:pt x="933450" y="975360"/>
                    <a:pt x="915670" y="975360"/>
                    <a:pt x="915670" y="975360"/>
                  </a:cubicBezTo>
                  <a:moveTo>
                    <a:pt x="1003300" y="707390"/>
                  </a:moveTo>
                  <a:cubicBezTo>
                    <a:pt x="1016000" y="727710"/>
                    <a:pt x="1031240" y="728980"/>
                    <a:pt x="1040130" y="731520"/>
                  </a:cubicBezTo>
                  <a:cubicBezTo>
                    <a:pt x="1046480" y="735330"/>
                    <a:pt x="1051560" y="736600"/>
                    <a:pt x="1056640" y="740410"/>
                  </a:cubicBezTo>
                  <a:cubicBezTo>
                    <a:pt x="1061720" y="742950"/>
                    <a:pt x="1066800" y="748030"/>
                    <a:pt x="1071880" y="751840"/>
                  </a:cubicBezTo>
                  <a:cubicBezTo>
                    <a:pt x="1075690" y="756920"/>
                    <a:pt x="1079500" y="762000"/>
                    <a:pt x="1083310" y="767080"/>
                  </a:cubicBezTo>
                  <a:cubicBezTo>
                    <a:pt x="1085850" y="772160"/>
                    <a:pt x="1088390" y="779780"/>
                    <a:pt x="1089660" y="784860"/>
                  </a:cubicBezTo>
                  <a:cubicBezTo>
                    <a:pt x="1090930" y="788670"/>
                    <a:pt x="1089660" y="793750"/>
                    <a:pt x="1092200" y="796290"/>
                  </a:cubicBezTo>
                  <a:cubicBezTo>
                    <a:pt x="1098550" y="801370"/>
                    <a:pt x="1120140" y="800100"/>
                    <a:pt x="1137920" y="796290"/>
                  </a:cubicBezTo>
                  <a:cubicBezTo>
                    <a:pt x="1164590" y="792480"/>
                    <a:pt x="1202690" y="775970"/>
                    <a:pt x="1233170" y="764540"/>
                  </a:cubicBezTo>
                  <a:cubicBezTo>
                    <a:pt x="1262380" y="754380"/>
                    <a:pt x="1318260" y="745490"/>
                    <a:pt x="1319530" y="735330"/>
                  </a:cubicBezTo>
                  <a:cubicBezTo>
                    <a:pt x="1319530" y="725170"/>
                    <a:pt x="1267460" y="717550"/>
                    <a:pt x="1243330" y="704850"/>
                  </a:cubicBezTo>
                  <a:cubicBezTo>
                    <a:pt x="1220470" y="692150"/>
                    <a:pt x="1198880" y="675640"/>
                    <a:pt x="1177290" y="659130"/>
                  </a:cubicBezTo>
                  <a:cubicBezTo>
                    <a:pt x="1155700" y="643890"/>
                    <a:pt x="1135380" y="622300"/>
                    <a:pt x="1113790" y="610870"/>
                  </a:cubicBezTo>
                  <a:cubicBezTo>
                    <a:pt x="1094740" y="600710"/>
                    <a:pt x="1061720" y="589280"/>
                    <a:pt x="1055370" y="591820"/>
                  </a:cubicBezTo>
                  <a:cubicBezTo>
                    <a:pt x="1052830" y="591820"/>
                    <a:pt x="1054100" y="594360"/>
                    <a:pt x="1052830" y="595630"/>
                  </a:cubicBezTo>
                  <a:cubicBezTo>
                    <a:pt x="1050290" y="598170"/>
                    <a:pt x="1046480" y="604520"/>
                    <a:pt x="1046480" y="604520"/>
                  </a:cubicBezTo>
                  <a:cubicBezTo>
                    <a:pt x="1046480" y="604520"/>
                    <a:pt x="1041400" y="609600"/>
                    <a:pt x="1038860" y="612140"/>
                  </a:cubicBezTo>
                  <a:cubicBezTo>
                    <a:pt x="1036320" y="613410"/>
                    <a:pt x="1031240" y="618490"/>
                    <a:pt x="1031240" y="618490"/>
                  </a:cubicBezTo>
                  <a:cubicBezTo>
                    <a:pt x="1031240" y="618490"/>
                    <a:pt x="1024890" y="622300"/>
                    <a:pt x="1022350" y="623570"/>
                  </a:cubicBezTo>
                  <a:cubicBezTo>
                    <a:pt x="1018540" y="626110"/>
                    <a:pt x="1013460" y="628650"/>
                    <a:pt x="1012190" y="628650"/>
                  </a:cubicBezTo>
                  <a:cubicBezTo>
                    <a:pt x="1012190" y="628650"/>
                    <a:pt x="1005840" y="628650"/>
                    <a:pt x="1004570" y="631190"/>
                  </a:cubicBezTo>
                  <a:cubicBezTo>
                    <a:pt x="998220" y="638810"/>
                    <a:pt x="1003300" y="707390"/>
                    <a:pt x="1003300" y="707390"/>
                  </a:cubicBezTo>
                  <a:moveTo>
                    <a:pt x="1220470" y="962660"/>
                  </a:moveTo>
                  <a:cubicBezTo>
                    <a:pt x="1286510" y="974090"/>
                    <a:pt x="1319530" y="956310"/>
                    <a:pt x="1348740" y="941070"/>
                  </a:cubicBezTo>
                  <a:cubicBezTo>
                    <a:pt x="1380490" y="924560"/>
                    <a:pt x="1414780" y="897890"/>
                    <a:pt x="1446530" y="877570"/>
                  </a:cubicBezTo>
                  <a:cubicBezTo>
                    <a:pt x="1474470" y="858520"/>
                    <a:pt x="1499870" y="840740"/>
                    <a:pt x="1525270" y="820420"/>
                  </a:cubicBezTo>
                  <a:cubicBezTo>
                    <a:pt x="1548130" y="801370"/>
                    <a:pt x="1569720" y="778510"/>
                    <a:pt x="1591310" y="758190"/>
                  </a:cubicBezTo>
                  <a:cubicBezTo>
                    <a:pt x="1611630" y="739140"/>
                    <a:pt x="1631950" y="725170"/>
                    <a:pt x="1649730" y="704850"/>
                  </a:cubicBezTo>
                  <a:cubicBezTo>
                    <a:pt x="1671320" y="681990"/>
                    <a:pt x="1701800" y="655320"/>
                    <a:pt x="1709420" y="627380"/>
                  </a:cubicBezTo>
                  <a:cubicBezTo>
                    <a:pt x="1717040" y="603250"/>
                    <a:pt x="1719580" y="565150"/>
                    <a:pt x="1704340" y="548640"/>
                  </a:cubicBezTo>
                  <a:cubicBezTo>
                    <a:pt x="1685290" y="529590"/>
                    <a:pt x="1626870" y="537210"/>
                    <a:pt x="1593850" y="530860"/>
                  </a:cubicBezTo>
                  <a:cubicBezTo>
                    <a:pt x="1565910" y="525780"/>
                    <a:pt x="1544320" y="519430"/>
                    <a:pt x="1518920" y="513080"/>
                  </a:cubicBezTo>
                  <a:cubicBezTo>
                    <a:pt x="1492250" y="506730"/>
                    <a:pt x="1466850" y="497840"/>
                    <a:pt x="1438910" y="492760"/>
                  </a:cubicBezTo>
                  <a:cubicBezTo>
                    <a:pt x="1408430" y="486410"/>
                    <a:pt x="1375410" y="480060"/>
                    <a:pt x="1346200" y="477520"/>
                  </a:cubicBezTo>
                  <a:cubicBezTo>
                    <a:pt x="1319530" y="476250"/>
                    <a:pt x="1289050" y="476250"/>
                    <a:pt x="1267460" y="478790"/>
                  </a:cubicBezTo>
                  <a:cubicBezTo>
                    <a:pt x="1253490" y="478790"/>
                    <a:pt x="1234440" y="478790"/>
                    <a:pt x="1233170" y="482600"/>
                  </a:cubicBezTo>
                  <a:cubicBezTo>
                    <a:pt x="1233170" y="488950"/>
                    <a:pt x="1264920" y="500380"/>
                    <a:pt x="1282700" y="511810"/>
                  </a:cubicBezTo>
                  <a:cubicBezTo>
                    <a:pt x="1304290" y="525780"/>
                    <a:pt x="1329690" y="542290"/>
                    <a:pt x="1350010" y="560070"/>
                  </a:cubicBezTo>
                  <a:cubicBezTo>
                    <a:pt x="1371600" y="577850"/>
                    <a:pt x="1391920" y="596900"/>
                    <a:pt x="1409700" y="618490"/>
                  </a:cubicBezTo>
                  <a:cubicBezTo>
                    <a:pt x="1427480" y="641350"/>
                    <a:pt x="1447800" y="668020"/>
                    <a:pt x="1456690" y="697230"/>
                  </a:cubicBezTo>
                  <a:cubicBezTo>
                    <a:pt x="1464310" y="727710"/>
                    <a:pt x="1466850" y="765810"/>
                    <a:pt x="1456690" y="797560"/>
                  </a:cubicBezTo>
                  <a:cubicBezTo>
                    <a:pt x="1446530" y="831850"/>
                    <a:pt x="1416050" y="868680"/>
                    <a:pt x="1386840" y="890270"/>
                  </a:cubicBezTo>
                  <a:cubicBezTo>
                    <a:pt x="1360170" y="911860"/>
                    <a:pt x="1319530" y="916940"/>
                    <a:pt x="1290320" y="929640"/>
                  </a:cubicBezTo>
                  <a:cubicBezTo>
                    <a:pt x="1264920" y="939800"/>
                    <a:pt x="1220470" y="962660"/>
                    <a:pt x="1220470" y="962660"/>
                  </a:cubicBezTo>
                  <a:moveTo>
                    <a:pt x="1236980" y="303530"/>
                  </a:moveTo>
                  <a:cubicBezTo>
                    <a:pt x="1262380" y="299720"/>
                    <a:pt x="1300480" y="300990"/>
                    <a:pt x="1327150" y="300990"/>
                  </a:cubicBezTo>
                  <a:cubicBezTo>
                    <a:pt x="1356360" y="302260"/>
                    <a:pt x="1386840" y="299720"/>
                    <a:pt x="1416050" y="303530"/>
                  </a:cubicBezTo>
                  <a:cubicBezTo>
                    <a:pt x="1442720" y="307340"/>
                    <a:pt x="1468120" y="317500"/>
                    <a:pt x="1494790" y="323850"/>
                  </a:cubicBezTo>
                  <a:cubicBezTo>
                    <a:pt x="1522730" y="331470"/>
                    <a:pt x="1553210" y="337820"/>
                    <a:pt x="1579880" y="345440"/>
                  </a:cubicBezTo>
                  <a:cubicBezTo>
                    <a:pt x="1606550" y="353060"/>
                    <a:pt x="1630680" y="358140"/>
                    <a:pt x="1657350" y="367030"/>
                  </a:cubicBezTo>
                  <a:cubicBezTo>
                    <a:pt x="1687830" y="378460"/>
                    <a:pt x="1727200" y="397510"/>
                    <a:pt x="1751330" y="411480"/>
                  </a:cubicBezTo>
                  <a:cubicBezTo>
                    <a:pt x="1765300" y="419100"/>
                    <a:pt x="1783080" y="436880"/>
                    <a:pt x="1785620" y="434340"/>
                  </a:cubicBezTo>
                  <a:cubicBezTo>
                    <a:pt x="1788160" y="433070"/>
                    <a:pt x="1784350" y="421640"/>
                    <a:pt x="1780540" y="412750"/>
                  </a:cubicBezTo>
                  <a:cubicBezTo>
                    <a:pt x="1774190" y="393700"/>
                    <a:pt x="1758950" y="354330"/>
                    <a:pt x="1742440" y="330200"/>
                  </a:cubicBezTo>
                  <a:cubicBezTo>
                    <a:pt x="1725930" y="306070"/>
                    <a:pt x="1705610" y="285750"/>
                    <a:pt x="1682750" y="265430"/>
                  </a:cubicBezTo>
                  <a:cubicBezTo>
                    <a:pt x="1657350" y="245110"/>
                    <a:pt x="1623060" y="228600"/>
                    <a:pt x="1593850" y="210820"/>
                  </a:cubicBezTo>
                  <a:cubicBezTo>
                    <a:pt x="1567180" y="191770"/>
                    <a:pt x="1541780" y="161290"/>
                    <a:pt x="1513840" y="156210"/>
                  </a:cubicBezTo>
                  <a:cubicBezTo>
                    <a:pt x="1487170" y="152400"/>
                    <a:pt x="1457960" y="167640"/>
                    <a:pt x="1430020" y="179070"/>
                  </a:cubicBezTo>
                  <a:cubicBezTo>
                    <a:pt x="1399540" y="193040"/>
                    <a:pt x="1367790" y="215900"/>
                    <a:pt x="1339850" y="233680"/>
                  </a:cubicBezTo>
                  <a:cubicBezTo>
                    <a:pt x="1314450" y="248920"/>
                    <a:pt x="1289050" y="266700"/>
                    <a:pt x="1270000" y="279400"/>
                  </a:cubicBezTo>
                  <a:cubicBezTo>
                    <a:pt x="1257300" y="289560"/>
                    <a:pt x="1236980" y="303530"/>
                    <a:pt x="1236980" y="303530"/>
                  </a:cubicBezTo>
                  <a:moveTo>
                    <a:pt x="1612900" y="970280"/>
                  </a:moveTo>
                  <a:cubicBezTo>
                    <a:pt x="1634490" y="955040"/>
                    <a:pt x="1692910" y="901700"/>
                    <a:pt x="1703070" y="890270"/>
                  </a:cubicBezTo>
                  <a:cubicBezTo>
                    <a:pt x="1706880" y="886460"/>
                    <a:pt x="1709420" y="882650"/>
                    <a:pt x="1708150" y="882650"/>
                  </a:cubicBezTo>
                  <a:cubicBezTo>
                    <a:pt x="1708150" y="882650"/>
                    <a:pt x="1700530" y="889000"/>
                    <a:pt x="1694180" y="895350"/>
                  </a:cubicBezTo>
                  <a:cubicBezTo>
                    <a:pt x="1680210" y="909320"/>
                    <a:pt x="1638300" y="949960"/>
                    <a:pt x="1624330" y="961390"/>
                  </a:cubicBezTo>
                  <a:cubicBezTo>
                    <a:pt x="1619250" y="965200"/>
                    <a:pt x="1612900" y="970280"/>
                    <a:pt x="1612900" y="970280"/>
                  </a:cubicBezTo>
                </a:path>
              </a:pathLst>
            </a:custGeom>
            <a:solidFill>
              <a:srgbClr val="FFFFFF"/>
            </a:solidFill>
            <a:ln cap="sq">
              <a:noFill/>
              <a:prstDash val="solid"/>
              <a:miter/>
            </a:ln>
          </p:spPr>
        </p:sp>
      </p:grpSp>
      <p:grpSp>
        <p:nvGrpSpPr>
          <p:cNvPr id="16" name="Group 16"/>
          <p:cNvGrpSpPr/>
          <p:nvPr/>
        </p:nvGrpSpPr>
        <p:grpSpPr>
          <a:xfrm>
            <a:off x="10758488" y="-103823"/>
            <a:ext cx="1594485" cy="845820"/>
            <a:chOff x="0" y="0"/>
            <a:chExt cx="2125980" cy="1127760"/>
          </a:xfrm>
        </p:grpSpPr>
        <p:sp>
          <p:nvSpPr>
            <p:cNvPr id="17" name="Freeform 17"/>
            <p:cNvSpPr/>
            <p:nvPr/>
          </p:nvSpPr>
          <p:spPr>
            <a:xfrm>
              <a:off x="45720" y="48260"/>
              <a:ext cx="2029460" cy="1029970"/>
            </a:xfrm>
            <a:custGeom>
              <a:avLst/>
              <a:gdLst/>
              <a:ahLst/>
              <a:cxnLst/>
              <a:rect l="l" t="t" r="r" b="b"/>
              <a:pathLst>
                <a:path w="2029460" h="1029970">
                  <a:moveTo>
                    <a:pt x="5080" y="363220"/>
                  </a:moveTo>
                  <a:cubicBezTo>
                    <a:pt x="67310" y="219710"/>
                    <a:pt x="107950" y="182880"/>
                    <a:pt x="129540" y="170180"/>
                  </a:cubicBezTo>
                  <a:cubicBezTo>
                    <a:pt x="139700" y="165100"/>
                    <a:pt x="148590" y="168910"/>
                    <a:pt x="154940" y="162560"/>
                  </a:cubicBezTo>
                  <a:cubicBezTo>
                    <a:pt x="162560" y="154940"/>
                    <a:pt x="154940" y="133350"/>
                    <a:pt x="165100" y="123190"/>
                  </a:cubicBezTo>
                  <a:cubicBezTo>
                    <a:pt x="181610" y="107950"/>
                    <a:pt x="234950" y="104140"/>
                    <a:pt x="267970" y="100330"/>
                  </a:cubicBezTo>
                  <a:cubicBezTo>
                    <a:pt x="295910" y="97790"/>
                    <a:pt x="322580" y="100330"/>
                    <a:pt x="349250" y="101600"/>
                  </a:cubicBezTo>
                  <a:cubicBezTo>
                    <a:pt x="374650" y="101600"/>
                    <a:pt x="401320" y="104140"/>
                    <a:pt x="427990" y="106680"/>
                  </a:cubicBezTo>
                  <a:cubicBezTo>
                    <a:pt x="453390" y="110490"/>
                    <a:pt x="491490" y="119380"/>
                    <a:pt x="501650" y="119380"/>
                  </a:cubicBezTo>
                  <a:cubicBezTo>
                    <a:pt x="505460" y="120650"/>
                    <a:pt x="504190" y="119380"/>
                    <a:pt x="508000" y="119380"/>
                  </a:cubicBezTo>
                  <a:cubicBezTo>
                    <a:pt x="519430" y="119380"/>
                    <a:pt x="566420" y="119380"/>
                    <a:pt x="595630" y="119380"/>
                  </a:cubicBezTo>
                  <a:cubicBezTo>
                    <a:pt x="622300" y="119380"/>
                    <a:pt x="646430" y="118110"/>
                    <a:pt x="675640" y="119380"/>
                  </a:cubicBezTo>
                  <a:cubicBezTo>
                    <a:pt x="711200" y="121920"/>
                    <a:pt x="768350" y="133350"/>
                    <a:pt x="793750" y="135890"/>
                  </a:cubicBezTo>
                  <a:cubicBezTo>
                    <a:pt x="803910" y="137160"/>
                    <a:pt x="814070" y="138430"/>
                    <a:pt x="816610" y="137160"/>
                  </a:cubicBezTo>
                  <a:cubicBezTo>
                    <a:pt x="817880" y="137160"/>
                    <a:pt x="816610" y="137160"/>
                    <a:pt x="817880" y="137160"/>
                  </a:cubicBezTo>
                  <a:cubicBezTo>
                    <a:pt x="819150" y="135890"/>
                    <a:pt x="826770" y="130810"/>
                    <a:pt x="826770" y="130810"/>
                  </a:cubicBezTo>
                  <a:cubicBezTo>
                    <a:pt x="826770" y="130810"/>
                    <a:pt x="833120" y="129540"/>
                    <a:pt x="836930" y="128270"/>
                  </a:cubicBezTo>
                  <a:cubicBezTo>
                    <a:pt x="839470" y="127000"/>
                    <a:pt x="845820" y="124460"/>
                    <a:pt x="845820" y="124460"/>
                  </a:cubicBezTo>
                  <a:cubicBezTo>
                    <a:pt x="847090" y="124460"/>
                    <a:pt x="853440" y="124460"/>
                    <a:pt x="857250" y="123190"/>
                  </a:cubicBezTo>
                  <a:cubicBezTo>
                    <a:pt x="859790" y="123190"/>
                    <a:pt x="867410" y="123190"/>
                    <a:pt x="867410" y="123190"/>
                  </a:cubicBezTo>
                  <a:cubicBezTo>
                    <a:pt x="867410" y="123190"/>
                    <a:pt x="963930" y="123190"/>
                    <a:pt x="990600" y="123190"/>
                  </a:cubicBezTo>
                  <a:cubicBezTo>
                    <a:pt x="1004570" y="123190"/>
                    <a:pt x="1018540" y="124460"/>
                    <a:pt x="1019810" y="123190"/>
                  </a:cubicBezTo>
                  <a:cubicBezTo>
                    <a:pt x="1021080" y="121920"/>
                    <a:pt x="1019810" y="120650"/>
                    <a:pt x="1019810" y="120650"/>
                  </a:cubicBezTo>
                  <a:cubicBezTo>
                    <a:pt x="1018540" y="120650"/>
                    <a:pt x="1017270" y="114300"/>
                    <a:pt x="1017270" y="110490"/>
                  </a:cubicBezTo>
                  <a:cubicBezTo>
                    <a:pt x="1016000" y="107950"/>
                    <a:pt x="1014730" y="100330"/>
                    <a:pt x="1014730" y="100330"/>
                  </a:cubicBezTo>
                  <a:cubicBezTo>
                    <a:pt x="1014730" y="100330"/>
                    <a:pt x="1014730" y="93980"/>
                    <a:pt x="1014730" y="90170"/>
                  </a:cubicBezTo>
                  <a:cubicBezTo>
                    <a:pt x="1014730" y="86360"/>
                    <a:pt x="1014730" y="80010"/>
                    <a:pt x="1014730" y="78740"/>
                  </a:cubicBezTo>
                  <a:cubicBezTo>
                    <a:pt x="1014730" y="78740"/>
                    <a:pt x="1016000" y="72390"/>
                    <a:pt x="1017270" y="68580"/>
                  </a:cubicBezTo>
                  <a:cubicBezTo>
                    <a:pt x="1017270" y="66040"/>
                    <a:pt x="1019810" y="58420"/>
                    <a:pt x="1019810" y="58420"/>
                  </a:cubicBezTo>
                  <a:cubicBezTo>
                    <a:pt x="1019810" y="58420"/>
                    <a:pt x="1022350" y="52070"/>
                    <a:pt x="1024890" y="49530"/>
                  </a:cubicBezTo>
                  <a:cubicBezTo>
                    <a:pt x="1026160" y="45720"/>
                    <a:pt x="1028700" y="40640"/>
                    <a:pt x="1028700" y="40640"/>
                  </a:cubicBezTo>
                  <a:cubicBezTo>
                    <a:pt x="1029970" y="39370"/>
                    <a:pt x="1033780" y="34290"/>
                    <a:pt x="1036320" y="31750"/>
                  </a:cubicBezTo>
                  <a:cubicBezTo>
                    <a:pt x="1038860" y="29210"/>
                    <a:pt x="1043940" y="24130"/>
                    <a:pt x="1043940" y="24130"/>
                  </a:cubicBezTo>
                  <a:cubicBezTo>
                    <a:pt x="1043940" y="24130"/>
                    <a:pt x="1049020" y="20320"/>
                    <a:pt x="1051560" y="17780"/>
                  </a:cubicBezTo>
                  <a:cubicBezTo>
                    <a:pt x="1055370" y="16510"/>
                    <a:pt x="1060450" y="12700"/>
                    <a:pt x="1060450" y="12700"/>
                  </a:cubicBezTo>
                  <a:cubicBezTo>
                    <a:pt x="1060450" y="12700"/>
                    <a:pt x="1068070" y="10160"/>
                    <a:pt x="1070610" y="8890"/>
                  </a:cubicBezTo>
                  <a:cubicBezTo>
                    <a:pt x="1074420" y="7620"/>
                    <a:pt x="1080770" y="5080"/>
                    <a:pt x="1080770" y="5080"/>
                  </a:cubicBezTo>
                  <a:cubicBezTo>
                    <a:pt x="1080770" y="5080"/>
                    <a:pt x="1087120" y="3810"/>
                    <a:pt x="1090930" y="3810"/>
                  </a:cubicBezTo>
                  <a:cubicBezTo>
                    <a:pt x="1094740" y="3810"/>
                    <a:pt x="1101090" y="2540"/>
                    <a:pt x="1101090" y="2540"/>
                  </a:cubicBezTo>
                  <a:cubicBezTo>
                    <a:pt x="1102360" y="2540"/>
                    <a:pt x="1156970" y="0"/>
                    <a:pt x="1184910" y="3810"/>
                  </a:cubicBezTo>
                  <a:cubicBezTo>
                    <a:pt x="1214120" y="7620"/>
                    <a:pt x="1245870" y="17780"/>
                    <a:pt x="1275080" y="25400"/>
                  </a:cubicBezTo>
                  <a:cubicBezTo>
                    <a:pt x="1301750" y="31750"/>
                    <a:pt x="1327150" y="39370"/>
                    <a:pt x="1353820" y="45720"/>
                  </a:cubicBezTo>
                  <a:cubicBezTo>
                    <a:pt x="1380490" y="53340"/>
                    <a:pt x="1422400" y="63500"/>
                    <a:pt x="1433830" y="67310"/>
                  </a:cubicBezTo>
                  <a:cubicBezTo>
                    <a:pt x="1436370" y="68580"/>
                    <a:pt x="1437640" y="69850"/>
                    <a:pt x="1438910" y="69850"/>
                  </a:cubicBezTo>
                  <a:cubicBezTo>
                    <a:pt x="1442720" y="68580"/>
                    <a:pt x="1445260" y="63500"/>
                    <a:pt x="1452880" y="59690"/>
                  </a:cubicBezTo>
                  <a:cubicBezTo>
                    <a:pt x="1468120" y="50800"/>
                    <a:pt x="1504950" y="35560"/>
                    <a:pt x="1532890" y="29210"/>
                  </a:cubicBezTo>
                  <a:cubicBezTo>
                    <a:pt x="1563370" y="22860"/>
                    <a:pt x="1598930" y="19050"/>
                    <a:pt x="1626870" y="24130"/>
                  </a:cubicBezTo>
                  <a:cubicBezTo>
                    <a:pt x="1653540" y="30480"/>
                    <a:pt x="1682750" y="43180"/>
                    <a:pt x="1700530" y="60960"/>
                  </a:cubicBezTo>
                  <a:cubicBezTo>
                    <a:pt x="1717040" y="77470"/>
                    <a:pt x="1729740" y="125730"/>
                    <a:pt x="1731010" y="125730"/>
                  </a:cubicBezTo>
                  <a:cubicBezTo>
                    <a:pt x="1732280" y="125730"/>
                    <a:pt x="1784350" y="125730"/>
                    <a:pt x="1811020" y="125730"/>
                  </a:cubicBezTo>
                  <a:cubicBezTo>
                    <a:pt x="1841500" y="125730"/>
                    <a:pt x="1873250" y="119380"/>
                    <a:pt x="1902460" y="125730"/>
                  </a:cubicBezTo>
                  <a:cubicBezTo>
                    <a:pt x="1934210" y="130810"/>
                    <a:pt x="1974850" y="137160"/>
                    <a:pt x="1995170" y="160020"/>
                  </a:cubicBezTo>
                  <a:cubicBezTo>
                    <a:pt x="2019300" y="186690"/>
                    <a:pt x="2029460" y="245110"/>
                    <a:pt x="2028190" y="284480"/>
                  </a:cubicBezTo>
                  <a:cubicBezTo>
                    <a:pt x="2026920" y="320040"/>
                    <a:pt x="2006600" y="354330"/>
                    <a:pt x="1993900" y="388620"/>
                  </a:cubicBezTo>
                  <a:cubicBezTo>
                    <a:pt x="1982470" y="421640"/>
                    <a:pt x="1967230" y="454660"/>
                    <a:pt x="1953260" y="487680"/>
                  </a:cubicBezTo>
                  <a:cubicBezTo>
                    <a:pt x="1939290" y="519430"/>
                    <a:pt x="1925320" y="548640"/>
                    <a:pt x="1912620" y="582930"/>
                  </a:cubicBezTo>
                  <a:cubicBezTo>
                    <a:pt x="1898650" y="619760"/>
                    <a:pt x="1882140" y="661670"/>
                    <a:pt x="1871980" y="699770"/>
                  </a:cubicBezTo>
                  <a:cubicBezTo>
                    <a:pt x="1863090" y="735330"/>
                    <a:pt x="1859280" y="768350"/>
                    <a:pt x="1852930" y="802640"/>
                  </a:cubicBezTo>
                  <a:cubicBezTo>
                    <a:pt x="1845310" y="836930"/>
                    <a:pt x="1841500" y="873760"/>
                    <a:pt x="1828800" y="906780"/>
                  </a:cubicBezTo>
                  <a:cubicBezTo>
                    <a:pt x="1817370" y="941070"/>
                    <a:pt x="1804670" y="984250"/>
                    <a:pt x="1779270" y="1003300"/>
                  </a:cubicBezTo>
                  <a:cubicBezTo>
                    <a:pt x="1756410" y="1022350"/>
                    <a:pt x="1718310" y="1022350"/>
                    <a:pt x="1689100" y="1026160"/>
                  </a:cubicBezTo>
                  <a:cubicBezTo>
                    <a:pt x="1662430" y="1029970"/>
                    <a:pt x="1640840" y="1028700"/>
                    <a:pt x="1611630" y="1027430"/>
                  </a:cubicBezTo>
                  <a:cubicBezTo>
                    <a:pt x="1573530" y="1026160"/>
                    <a:pt x="1517650" y="1021080"/>
                    <a:pt x="1478280" y="1013460"/>
                  </a:cubicBezTo>
                  <a:cubicBezTo>
                    <a:pt x="1446530" y="1008380"/>
                    <a:pt x="1422400" y="1000760"/>
                    <a:pt x="1393190" y="991870"/>
                  </a:cubicBezTo>
                  <a:cubicBezTo>
                    <a:pt x="1360170" y="980440"/>
                    <a:pt x="1320800" y="967740"/>
                    <a:pt x="1289050" y="951230"/>
                  </a:cubicBezTo>
                  <a:cubicBezTo>
                    <a:pt x="1258570" y="935990"/>
                    <a:pt x="1225550" y="923290"/>
                    <a:pt x="1203960" y="899160"/>
                  </a:cubicBezTo>
                  <a:cubicBezTo>
                    <a:pt x="1183640" y="877570"/>
                    <a:pt x="1173480" y="842010"/>
                    <a:pt x="1164590" y="815340"/>
                  </a:cubicBezTo>
                  <a:cubicBezTo>
                    <a:pt x="1158240" y="793750"/>
                    <a:pt x="1165860" y="760730"/>
                    <a:pt x="1153160" y="750570"/>
                  </a:cubicBezTo>
                  <a:cubicBezTo>
                    <a:pt x="1141730" y="740410"/>
                    <a:pt x="1115060" y="750570"/>
                    <a:pt x="1092200" y="750570"/>
                  </a:cubicBezTo>
                  <a:cubicBezTo>
                    <a:pt x="1062990" y="750570"/>
                    <a:pt x="1024890" y="751840"/>
                    <a:pt x="990600" y="751840"/>
                  </a:cubicBezTo>
                  <a:cubicBezTo>
                    <a:pt x="955040" y="751840"/>
                    <a:pt x="916940" y="751840"/>
                    <a:pt x="882650" y="751840"/>
                  </a:cubicBezTo>
                  <a:cubicBezTo>
                    <a:pt x="850900" y="751840"/>
                    <a:pt x="820420" y="754380"/>
                    <a:pt x="791210" y="750570"/>
                  </a:cubicBezTo>
                  <a:cubicBezTo>
                    <a:pt x="762000" y="748030"/>
                    <a:pt x="736600" y="739140"/>
                    <a:pt x="708660" y="734060"/>
                  </a:cubicBezTo>
                  <a:cubicBezTo>
                    <a:pt x="678180" y="726440"/>
                    <a:pt x="645160" y="716280"/>
                    <a:pt x="614680" y="712470"/>
                  </a:cubicBezTo>
                  <a:cubicBezTo>
                    <a:pt x="588010" y="709930"/>
                    <a:pt x="563880" y="713740"/>
                    <a:pt x="535940" y="713740"/>
                  </a:cubicBezTo>
                  <a:cubicBezTo>
                    <a:pt x="502920" y="713740"/>
                    <a:pt x="426720" y="713740"/>
                    <a:pt x="426720" y="713740"/>
                  </a:cubicBezTo>
                  <a:cubicBezTo>
                    <a:pt x="426720" y="713740"/>
                    <a:pt x="419100" y="712470"/>
                    <a:pt x="416560" y="712470"/>
                  </a:cubicBezTo>
                  <a:cubicBezTo>
                    <a:pt x="412750" y="712470"/>
                    <a:pt x="405130" y="711200"/>
                    <a:pt x="405130" y="711200"/>
                  </a:cubicBezTo>
                  <a:cubicBezTo>
                    <a:pt x="405130" y="711200"/>
                    <a:pt x="398780" y="708660"/>
                    <a:pt x="396240" y="707390"/>
                  </a:cubicBezTo>
                  <a:cubicBezTo>
                    <a:pt x="392430" y="706120"/>
                    <a:pt x="386080" y="703580"/>
                    <a:pt x="386080" y="703580"/>
                  </a:cubicBezTo>
                  <a:cubicBezTo>
                    <a:pt x="386080" y="703580"/>
                    <a:pt x="379730" y="699770"/>
                    <a:pt x="377190" y="697230"/>
                  </a:cubicBezTo>
                  <a:cubicBezTo>
                    <a:pt x="374650" y="695960"/>
                    <a:pt x="368300" y="692150"/>
                    <a:pt x="368300" y="692150"/>
                  </a:cubicBezTo>
                  <a:cubicBezTo>
                    <a:pt x="368300" y="692150"/>
                    <a:pt x="363220" y="687070"/>
                    <a:pt x="360680" y="684530"/>
                  </a:cubicBezTo>
                  <a:cubicBezTo>
                    <a:pt x="359410" y="680720"/>
                    <a:pt x="354330" y="675640"/>
                    <a:pt x="354330" y="675640"/>
                  </a:cubicBezTo>
                  <a:cubicBezTo>
                    <a:pt x="354330" y="675640"/>
                    <a:pt x="350520" y="669290"/>
                    <a:pt x="349250" y="666750"/>
                  </a:cubicBezTo>
                  <a:cubicBezTo>
                    <a:pt x="347980" y="662940"/>
                    <a:pt x="344170" y="657860"/>
                    <a:pt x="344170" y="657860"/>
                  </a:cubicBezTo>
                  <a:cubicBezTo>
                    <a:pt x="344170" y="656590"/>
                    <a:pt x="342900" y="650240"/>
                    <a:pt x="341630" y="646430"/>
                  </a:cubicBezTo>
                  <a:cubicBezTo>
                    <a:pt x="341630" y="643890"/>
                    <a:pt x="339090" y="636270"/>
                    <a:pt x="339090" y="636270"/>
                  </a:cubicBezTo>
                  <a:cubicBezTo>
                    <a:pt x="339090" y="636270"/>
                    <a:pt x="340360" y="635000"/>
                    <a:pt x="339090" y="635000"/>
                  </a:cubicBezTo>
                  <a:cubicBezTo>
                    <a:pt x="336550" y="632460"/>
                    <a:pt x="313690" y="635000"/>
                    <a:pt x="297180" y="635000"/>
                  </a:cubicBezTo>
                  <a:cubicBezTo>
                    <a:pt x="274320" y="635000"/>
                    <a:pt x="246380" y="640080"/>
                    <a:pt x="217170" y="635000"/>
                  </a:cubicBezTo>
                  <a:cubicBezTo>
                    <a:pt x="181610" y="628650"/>
                    <a:pt x="129540" y="614680"/>
                    <a:pt x="99060" y="595630"/>
                  </a:cubicBezTo>
                  <a:cubicBezTo>
                    <a:pt x="74930" y="580390"/>
                    <a:pt x="59690" y="561340"/>
                    <a:pt x="45720" y="538480"/>
                  </a:cubicBezTo>
                  <a:cubicBezTo>
                    <a:pt x="27940" y="511810"/>
                    <a:pt x="12700" y="476250"/>
                    <a:pt x="6350" y="445770"/>
                  </a:cubicBezTo>
                  <a:cubicBezTo>
                    <a:pt x="0" y="417830"/>
                    <a:pt x="5080" y="363220"/>
                    <a:pt x="5080" y="363220"/>
                  </a:cubicBezTo>
                  <a:moveTo>
                    <a:pt x="203200" y="340360"/>
                  </a:moveTo>
                  <a:cubicBezTo>
                    <a:pt x="208280" y="340360"/>
                    <a:pt x="208280" y="340360"/>
                    <a:pt x="208280" y="340360"/>
                  </a:cubicBezTo>
                  <a:cubicBezTo>
                    <a:pt x="208280" y="340360"/>
                    <a:pt x="227330" y="340360"/>
                    <a:pt x="227330" y="340360"/>
                  </a:cubicBezTo>
                  <a:cubicBezTo>
                    <a:pt x="227330" y="339090"/>
                    <a:pt x="209550" y="332740"/>
                    <a:pt x="205740" y="334010"/>
                  </a:cubicBezTo>
                  <a:cubicBezTo>
                    <a:pt x="204470" y="335280"/>
                    <a:pt x="203200" y="340360"/>
                    <a:pt x="203200" y="340360"/>
                  </a:cubicBezTo>
                  <a:moveTo>
                    <a:pt x="984250" y="337820"/>
                  </a:moveTo>
                  <a:cubicBezTo>
                    <a:pt x="986790" y="340360"/>
                    <a:pt x="986790" y="340360"/>
                    <a:pt x="986790" y="340360"/>
                  </a:cubicBezTo>
                  <a:cubicBezTo>
                    <a:pt x="986790" y="341630"/>
                    <a:pt x="989330" y="346710"/>
                    <a:pt x="991870" y="350520"/>
                  </a:cubicBezTo>
                  <a:cubicBezTo>
                    <a:pt x="993140" y="353060"/>
                    <a:pt x="995680" y="359410"/>
                    <a:pt x="995680" y="359410"/>
                  </a:cubicBezTo>
                  <a:cubicBezTo>
                    <a:pt x="995680" y="360680"/>
                    <a:pt x="995680" y="360680"/>
                    <a:pt x="995680" y="360680"/>
                  </a:cubicBezTo>
                  <a:cubicBezTo>
                    <a:pt x="995680" y="360680"/>
                    <a:pt x="995680" y="364490"/>
                    <a:pt x="996950" y="365760"/>
                  </a:cubicBezTo>
                  <a:cubicBezTo>
                    <a:pt x="998220" y="365760"/>
                    <a:pt x="998220" y="365760"/>
                    <a:pt x="999490" y="365760"/>
                  </a:cubicBezTo>
                  <a:cubicBezTo>
                    <a:pt x="1009650" y="365760"/>
                    <a:pt x="1069340" y="360680"/>
                    <a:pt x="1106170" y="356870"/>
                  </a:cubicBezTo>
                  <a:cubicBezTo>
                    <a:pt x="1144270" y="351790"/>
                    <a:pt x="1205230" y="341630"/>
                    <a:pt x="1223010" y="339090"/>
                  </a:cubicBezTo>
                  <a:cubicBezTo>
                    <a:pt x="1228090" y="339090"/>
                    <a:pt x="1231900" y="339090"/>
                    <a:pt x="1233170" y="337820"/>
                  </a:cubicBezTo>
                  <a:cubicBezTo>
                    <a:pt x="1234440" y="337820"/>
                    <a:pt x="1235710" y="335280"/>
                    <a:pt x="1235710" y="334010"/>
                  </a:cubicBezTo>
                  <a:cubicBezTo>
                    <a:pt x="1235710" y="334010"/>
                    <a:pt x="1234440" y="334010"/>
                    <a:pt x="1234440" y="334010"/>
                  </a:cubicBezTo>
                  <a:cubicBezTo>
                    <a:pt x="1231900" y="334010"/>
                    <a:pt x="1220470" y="334010"/>
                    <a:pt x="1216660" y="334010"/>
                  </a:cubicBezTo>
                  <a:cubicBezTo>
                    <a:pt x="1214120" y="335280"/>
                    <a:pt x="1211580" y="335280"/>
                    <a:pt x="1211580" y="335280"/>
                  </a:cubicBezTo>
                  <a:cubicBezTo>
                    <a:pt x="1211580" y="336550"/>
                    <a:pt x="1205230" y="336550"/>
                    <a:pt x="1201420" y="336550"/>
                  </a:cubicBezTo>
                  <a:cubicBezTo>
                    <a:pt x="1197610" y="337820"/>
                    <a:pt x="1191260" y="337820"/>
                    <a:pt x="1189990" y="337820"/>
                  </a:cubicBezTo>
                  <a:cubicBezTo>
                    <a:pt x="1189990" y="337820"/>
                    <a:pt x="1123950" y="337820"/>
                    <a:pt x="1093470" y="337820"/>
                  </a:cubicBezTo>
                  <a:cubicBezTo>
                    <a:pt x="1065530" y="337820"/>
                    <a:pt x="1036320" y="337820"/>
                    <a:pt x="1016000" y="337820"/>
                  </a:cubicBezTo>
                  <a:cubicBezTo>
                    <a:pt x="1003300" y="337820"/>
                    <a:pt x="984250" y="337820"/>
                    <a:pt x="984250" y="337820"/>
                  </a:cubicBezTo>
                  <a:moveTo>
                    <a:pt x="1315720" y="742950"/>
                  </a:moveTo>
                  <a:cubicBezTo>
                    <a:pt x="1327150" y="791210"/>
                    <a:pt x="1361440" y="805180"/>
                    <a:pt x="1385570" y="814070"/>
                  </a:cubicBezTo>
                  <a:cubicBezTo>
                    <a:pt x="1407160" y="822960"/>
                    <a:pt x="1449070" y="839470"/>
                    <a:pt x="1455420" y="831850"/>
                  </a:cubicBezTo>
                  <a:cubicBezTo>
                    <a:pt x="1460500" y="824230"/>
                    <a:pt x="1409700" y="773430"/>
                    <a:pt x="1403350" y="753110"/>
                  </a:cubicBezTo>
                  <a:cubicBezTo>
                    <a:pt x="1400810" y="744220"/>
                    <a:pt x="1407160" y="732790"/>
                    <a:pt x="1404620" y="730250"/>
                  </a:cubicBezTo>
                  <a:cubicBezTo>
                    <a:pt x="1402080" y="727710"/>
                    <a:pt x="1399540" y="730250"/>
                    <a:pt x="1395730" y="730250"/>
                  </a:cubicBezTo>
                  <a:cubicBezTo>
                    <a:pt x="1381760" y="731520"/>
                    <a:pt x="1315720" y="742950"/>
                    <a:pt x="1315720" y="742950"/>
                  </a:cubicBezTo>
                  <a:moveTo>
                    <a:pt x="1413510" y="508000"/>
                  </a:moveTo>
                  <a:cubicBezTo>
                    <a:pt x="1423670" y="510540"/>
                    <a:pt x="1459230" y="520700"/>
                    <a:pt x="1468120" y="515620"/>
                  </a:cubicBezTo>
                  <a:cubicBezTo>
                    <a:pt x="1473200" y="511810"/>
                    <a:pt x="1477010" y="497840"/>
                    <a:pt x="1474470" y="495300"/>
                  </a:cubicBezTo>
                  <a:cubicBezTo>
                    <a:pt x="1473200" y="494030"/>
                    <a:pt x="1470660" y="495300"/>
                    <a:pt x="1468120" y="496570"/>
                  </a:cubicBezTo>
                  <a:cubicBezTo>
                    <a:pt x="1457960" y="497840"/>
                    <a:pt x="1413510" y="508000"/>
                    <a:pt x="1413510" y="508000"/>
                  </a:cubicBezTo>
                  <a:moveTo>
                    <a:pt x="1590040" y="716280"/>
                  </a:moveTo>
                  <a:cubicBezTo>
                    <a:pt x="1645920" y="777240"/>
                    <a:pt x="1682750" y="778510"/>
                    <a:pt x="1690370" y="773430"/>
                  </a:cubicBezTo>
                  <a:cubicBezTo>
                    <a:pt x="1694180" y="770890"/>
                    <a:pt x="1691640" y="765810"/>
                    <a:pt x="1692910" y="762000"/>
                  </a:cubicBezTo>
                  <a:cubicBezTo>
                    <a:pt x="1694180" y="754380"/>
                    <a:pt x="1700530" y="731520"/>
                    <a:pt x="1699260" y="728980"/>
                  </a:cubicBezTo>
                  <a:cubicBezTo>
                    <a:pt x="1699260" y="728980"/>
                    <a:pt x="1699260" y="728980"/>
                    <a:pt x="1697990" y="728980"/>
                  </a:cubicBezTo>
                  <a:cubicBezTo>
                    <a:pt x="1694180" y="728980"/>
                    <a:pt x="1663700" y="726440"/>
                    <a:pt x="1647190" y="723900"/>
                  </a:cubicBezTo>
                  <a:cubicBezTo>
                    <a:pt x="1634490" y="722630"/>
                    <a:pt x="1621790" y="720090"/>
                    <a:pt x="1611630" y="718820"/>
                  </a:cubicBezTo>
                  <a:cubicBezTo>
                    <a:pt x="1604010" y="717550"/>
                    <a:pt x="1590040" y="716280"/>
                    <a:pt x="1590040" y="716280"/>
                  </a:cubicBezTo>
                  <a:moveTo>
                    <a:pt x="1635760" y="544830"/>
                  </a:moveTo>
                  <a:cubicBezTo>
                    <a:pt x="1720850" y="562610"/>
                    <a:pt x="1722120" y="562610"/>
                    <a:pt x="1725930" y="563880"/>
                  </a:cubicBezTo>
                  <a:cubicBezTo>
                    <a:pt x="1729740" y="563880"/>
                    <a:pt x="1736090" y="565150"/>
                    <a:pt x="1736090" y="565150"/>
                  </a:cubicBezTo>
                  <a:cubicBezTo>
                    <a:pt x="1736090" y="565150"/>
                    <a:pt x="1739900" y="570230"/>
                    <a:pt x="1742440" y="568960"/>
                  </a:cubicBezTo>
                  <a:cubicBezTo>
                    <a:pt x="1746250" y="567690"/>
                    <a:pt x="1747520" y="554990"/>
                    <a:pt x="1750060" y="544830"/>
                  </a:cubicBezTo>
                  <a:cubicBezTo>
                    <a:pt x="1756410" y="525780"/>
                    <a:pt x="1761490" y="492760"/>
                    <a:pt x="1771650" y="466090"/>
                  </a:cubicBezTo>
                  <a:cubicBezTo>
                    <a:pt x="1783080" y="435610"/>
                    <a:pt x="1804670" y="405130"/>
                    <a:pt x="1818640" y="375920"/>
                  </a:cubicBezTo>
                  <a:cubicBezTo>
                    <a:pt x="1831340" y="347980"/>
                    <a:pt x="1860550" y="306070"/>
                    <a:pt x="1851660" y="293370"/>
                  </a:cubicBezTo>
                  <a:cubicBezTo>
                    <a:pt x="1842770" y="280670"/>
                    <a:pt x="1794510" y="292100"/>
                    <a:pt x="1771650" y="292100"/>
                  </a:cubicBezTo>
                  <a:cubicBezTo>
                    <a:pt x="1755140" y="292100"/>
                    <a:pt x="1737360" y="284480"/>
                    <a:pt x="1727200" y="292100"/>
                  </a:cubicBezTo>
                  <a:cubicBezTo>
                    <a:pt x="1715770" y="302260"/>
                    <a:pt x="1722120" y="332740"/>
                    <a:pt x="1714500" y="353060"/>
                  </a:cubicBezTo>
                  <a:cubicBezTo>
                    <a:pt x="1706880" y="375920"/>
                    <a:pt x="1686560" y="394970"/>
                    <a:pt x="1676400" y="419100"/>
                  </a:cubicBezTo>
                  <a:cubicBezTo>
                    <a:pt x="1666240" y="444500"/>
                    <a:pt x="1662430" y="480060"/>
                    <a:pt x="1654810" y="502920"/>
                  </a:cubicBezTo>
                  <a:cubicBezTo>
                    <a:pt x="1648460" y="519430"/>
                    <a:pt x="1635760" y="544830"/>
                    <a:pt x="1635760" y="544830"/>
                  </a:cubicBezTo>
                </a:path>
              </a:pathLst>
            </a:custGeom>
            <a:solidFill>
              <a:srgbClr val="FFFFFF"/>
            </a:solidFill>
            <a:ln cap="sq">
              <a:noFill/>
              <a:prstDash val="solid"/>
              <a:miter/>
            </a:ln>
          </p:spPr>
        </p:sp>
      </p:grpSp>
      <p:grpSp>
        <p:nvGrpSpPr>
          <p:cNvPr id="18" name="Group 18"/>
          <p:cNvGrpSpPr/>
          <p:nvPr/>
        </p:nvGrpSpPr>
        <p:grpSpPr>
          <a:xfrm>
            <a:off x="10684193" y="-224790"/>
            <a:ext cx="1482090" cy="791528"/>
            <a:chOff x="0" y="0"/>
            <a:chExt cx="1976120" cy="1055370"/>
          </a:xfrm>
        </p:grpSpPr>
        <p:sp>
          <p:nvSpPr>
            <p:cNvPr id="19" name="Freeform 19"/>
            <p:cNvSpPr/>
            <p:nvPr/>
          </p:nvSpPr>
          <p:spPr>
            <a:xfrm>
              <a:off x="43180" y="46990"/>
              <a:ext cx="1883410" cy="947420"/>
            </a:xfrm>
            <a:custGeom>
              <a:avLst/>
              <a:gdLst/>
              <a:ahLst/>
              <a:cxnLst/>
              <a:rect l="l" t="t" r="r" b="b"/>
              <a:pathLst>
                <a:path w="1883410" h="947420">
                  <a:moveTo>
                    <a:pt x="1803400" y="946150"/>
                  </a:moveTo>
                  <a:cubicBezTo>
                    <a:pt x="328930" y="947420"/>
                    <a:pt x="316230" y="933450"/>
                    <a:pt x="276860" y="915670"/>
                  </a:cubicBezTo>
                  <a:cubicBezTo>
                    <a:pt x="232410" y="894080"/>
                    <a:pt x="171450" y="861060"/>
                    <a:pt x="134620" y="833120"/>
                  </a:cubicBezTo>
                  <a:cubicBezTo>
                    <a:pt x="106680" y="811530"/>
                    <a:pt x="86360" y="791210"/>
                    <a:pt x="68580" y="768350"/>
                  </a:cubicBezTo>
                  <a:cubicBezTo>
                    <a:pt x="52070" y="745490"/>
                    <a:pt x="39370" y="721360"/>
                    <a:pt x="29210" y="695960"/>
                  </a:cubicBezTo>
                  <a:cubicBezTo>
                    <a:pt x="19050" y="669290"/>
                    <a:pt x="11430" y="645160"/>
                    <a:pt x="7620" y="608330"/>
                  </a:cubicBezTo>
                  <a:cubicBezTo>
                    <a:pt x="0" y="547370"/>
                    <a:pt x="1270" y="445770"/>
                    <a:pt x="7620" y="360680"/>
                  </a:cubicBezTo>
                  <a:cubicBezTo>
                    <a:pt x="15240" y="267970"/>
                    <a:pt x="29210" y="128270"/>
                    <a:pt x="48260" y="72390"/>
                  </a:cubicBezTo>
                  <a:cubicBezTo>
                    <a:pt x="57150" y="48260"/>
                    <a:pt x="64770" y="35560"/>
                    <a:pt x="78740" y="24130"/>
                  </a:cubicBezTo>
                  <a:cubicBezTo>
                    <a:pt x="93980" y="12700"/>
                    <a:pt x="114300" y="2540"/>
                    <a:pt x="133350" y="3810"/>
                  </a:cubicBezTo>
                  <a:cubicBezTo>
                    <a:pt x="156210" y="5080"/>
                    <a:pt x="194310" y="22860"/>
                    <a:pt x="209550" y="40640"/>
                  </a:cubicBezTo>
                  <a:cubicBezTo>
                    <a:pt x="222250" y="55880"/>
                    <a:pt x="227330" y="77470"/>
                    <a:pt x="226060" y="95250"/>
                  </a:cubicBezTo>
                  <a:cubicBezTo>
                    <a:pt x="226060" y="114300"/>
                    <a:pt x="219710" y="135890"/>
                    <a:pt x="207010" y="149860"/>
                  </a:cubicBezTo>
                  <a:cubicBezTo>
                    <a:pt x="190500" y="166370"/>
                    <a:pt x="153670" y="184150"/>
                    <a:pt x="129540" y="184150"/>
                  </a:cubicBezTo>
                  <a:cubicBezTo>
                    <a:pt x="110490" y="184150"/>
                    <a:pt x="90170" y="173990"/>
                    <a:pt x="76200" y="161290"/>
                  </a:cubicBezTo>
                  <a:cubicBezTo>
                    <a:pt x="63500" y="149860"/>
                    <a:pt x="52070" y="129540"/>
                    <a:pt x="48260" y="111760"/>
                  </a:cubicBezTo>
                  <a:cubicBezTo>
                    <a:pt x="44450" y="93980"/>
                    <a:pt x="45720" y="71120"/>
                    <a:pt x="55880" y="54610"/>
                  </a:cubicBezTo>
                  <a:cubicBezTo>
                    <a:pt x="67310" y="34290"/>
                    <a:pt x="100330" y="10160"/>
                    <a:pt x="123190" y="5080"/>
                  </a:cubicBezTo>
                  <a:cubicBezTo>
                    <a:pt x="142240" y="0"/>
                    <a:pt x="163830" y="6350"/>
                    <a:pt x="180340" y="15240"/>
                  </a:cubicBezTo>
                  <a:cubicBezTo>
                    <a:pt x="195580" y="24130"/>
                    <a:pt x="210820" y="33020"/>
                    <a:pt x="218440" y="57150"/>
                  </a:cubicBezTo>
                  <a:cubicBezTo>
                    <a:pt x="242570" y="125730"/>
                    <a:pt x="203200" y="415290"/>
                    <a:pt x="186690" y="505460"/>
                  </a:cubicBezTo>
                  <a:cubicBezTo>
                    <a:pt x="180340" y="544830"/>
                    <a:pt x="160020" y="562610"/>
                    <a:pt x="162560" y="590550"/>
                  </a:cubicBezTo>
                  <a:cubicBezTo>
                    <a:pt x="165100" y="617220"/>
                    <a:pt x="181610" y="647700"/>
                    <a:pt x="201930" y="670560"/>
                  </a:cubicBezTo>
                  <a:cubicBezTo>
                    <a:pt x="224790" y="694690"/>
                    <a:pt x="264160" y="709930"/>
                    <a:pt x="295910" y="727710"/>
                  </a:cubicBezTo>
                  <a:cubicBezTo>
                    <a:pt x="327660" y="745490"/>
                    <a:pt x="336550" y="765810"/>
                    <a:pt x="388620" y="778510"/>
                  </a:cubicBezTo>
                  <a:cubicBezTo>
                    <a:pt x="580390" y="829310"/>
                    <a:pt x="1678940" y="746760"/>
                    <a:pt x="1822450" y="792480"/>
                  </a:cubicBezTo>
                  <a:cubicBezTo>
                    <a:pt x="1850390" y="801370"/>
                    <a:pt x="1858010" y="808990"/>
                    <a:pt x="1868170" y="822960"/>
                  </a:cubicBezTo>
                  <a:cubicBezTo>
                    <a:pt x="1878330" y="838200"/>
                    <a:pt x="1883410" y="859790"/>
                    <a:pt x="1882140" y="877570"/>
                  </a:cubicBezTo>
                  <a:cubicBezTo>
                    <a:pt x="1879600" y="895350"/>
                    <a:pt x="1868170" y="915670"/>
                    <a:pt x="1855470" y="927100"/>
                  </a:cubicBezTo>
                  <a:cubicBezTo>
                    <a:pt x="1842770" y="938530"/>
                    <a:pt x="1803400" y="946150"/>
                    <a:pt x="1803400" y="946150"/>
                  </a:cubicBezTo>
                </a:path>
              </a:pathLst>
            </a:custGeom>
            <a:solidFill>
              <a:srgbClr val="FFFFFF"/>
            </a:solidFill>
            <a:ln cap="sq">
              <a:noFill/>
              <a:prstDash val="solid"/>
              <a:miter/>
            </a:ln>
          </p:spPr>
        </p:sp>
      </p:grpSp>
      <p:grpSp>
        <p:nvGrpSpPr>
          <p:cNvPr id="20" name="Group 20"/>
          <p:cNvGrpSpPr/>
          <p:nvPr/>
        </p:nvGrpSpPr>
        <p:grpSpPr>
          <a:xfrm>
            <a:off x="10780395" y="50482"/>
            <a:ext cx="269558" cy="308610"/>
            <a:chOff x="0" y="0"/>
            <a:chExt cx="359410" cy="411480"/>
          </a:xfrm>
        </p:grpSpPr>
        <p:sp>
          <p:nvSpPr>
            <p:cNvPr id="21" name="Freeform 21"/>
            <p:cNvSpPr/>
            <p:nvPr/>
          </p:nvSpPr>
          <p:spPr>
            <a:xfrm>
              <a:off x="50800" y="50800"/>
              <a:ext cx="259080" cy="312420"/>
            </a:xfrm>
            <a:custGeom>
              <a:avLst/>
              <a:gdLst/>
              <a:ahLst/>
              <a:cxnLst/>
              <a:rect l="l" t="t" r="r" b="b"/>
              <a:pathLst>
                <a:path w="259080" h="312420">
                  <a:moveTo>
                    <a:pt x="0" y="208280"/>
                  </a:moveTo>
                  <a:cubicBezTo>
                    <a:pt x="48260" y="111760"/>
                    <a:pt x="78740" y="86360"/>
                    <a:pt x="93980" y="68580"/>
                  </a:cubicBezTo>
                  <a:cubicBezTo>
                    <a:pt x="102870" y="55880"/>
                    <a:pt x="109220" y="44450"/>
                    <a:pt x="115570" y="35560"/>
                  </a:cubicBezTo>
                  <a:cubicBezTo>
                    <a:pt x="119380" y="30480"/>
                    <a:pt x="123190" y="25400"/>
                    <a:pt x="127000" y="21590"/>
                  </a:cubicBezTo>
                  <a:cubicBezTo>
                    <a:pt x="132080" y="16510"/>
                    <a:pt x="137160" y="12700"/>
                    <a:pt x="142240" y="10160"/>
                  </a:cubicBezTo>
                  <a:cubicBezTo>
                    <a:pt x="147320" y="7620"/>
                    <a:pt x="153670" y="5080"/>
                    <a:pt x="160020" y="2540"/>
                  </a:cubicBezTo>
                  <a:cubicBezTo>
                    <a:pt x="166370" y="1270"/>
                    <a:pt x="172720" y="0"/>
                    <a:pt x="177800" y="0"/>
                  </a:cubicBezTo>
                  <a:cubicBezTo>
                    <a:pt x="184150" y="0"/>
                    <a:pt x="190500" y="1270"/>
                    <a:pt x="196850" y="2540"/>
                  </a:cubicBezTo>
                  <a:cubicBezTo>
                    <a:pt x="203200" y="3810"/>
                    <a:pt x="209550" y="5080"/>
                    <a:pt x="214630" y="7620"/>
                  </a:cubicBezTo>
                  <a:cubicBezTo>
                    <a:pt x="220980" y="11430"/>
                    <a:pt x="226060" y="13970"/>
                    <a:pt x="231140" y="17780"/>
                  </a:cubicBezTo>
                  <a:cubicBezTo>
                    <a:pt x="234950" y="22860"/>
                    <a:pt x="240030" y="26670"/>
                    <a:pt x="243840" y="31750"/>
                  </a:cubicBezTo>
                  <a:cubicBezTo>
                    <a:pt x="247650" y="36830"/>
                    <a:pt x="250190" y="43180"/>
                    <a:pt x="252730" y="48260"/>
                  </a:cubicBezTo>
                  <a:cubicBezTo>
                    <a:pt x="255270" y="54610"/>
                    <a:pt x="256540" y="59690"/>
                    <a:pt x="257810" y="66040"/>
                  </a:cubicBezTo>
                  <a:cubicBezTo>
                    <a:pt x="259080" y="72390"/>
                    <a:pt x="259080" y="78740"/>
                    <a:pt x="257810" y="85090"/>
                  </a:cubicBezTo>
                  <a:cubicBezTo>
                    <a:pt x="257810" y="91440"/>
                    <a:pt x="256540" y="97790"/>
                    <a:pt x="254000" y="104140"/>
                  </a:cubicBezTo>
                  <a:cubicBezTo>
                    <a:pt x="252730" y="109220"/>
                    <a:pt x="246380" y="120650"/>
                    <a:pt x="246380" y="120650"/>
                  </a:cubicBezTo>
                  <a:cubicBezTo>
                    <a:pt x="246380" y="120650"/>
                    <a:pt x="229870" y="137160"/>
                    <a:pt x="228600" y="147320"/>
                  </a:cubicBezTo>
                  <a:cubicBezTo>
                    <a:pt x="227330" y="160020"/>
                    <a:pt x="243840" y="173990"/>
                    <a:pt x="241300" y="190500"/>
                  </a:cubicBezTo>
                  <a:cubicBezTo>
                    <a:pt x="238760" y="214630"/>
                    <a:pt x="212090" y="255270"/>
                    <a:pt x="189230" y="275590"/>
                  </a:cubicBezTo>
                  <a:cubicBezTo>
                    <a:pt x="168910" y="293370"/>
                    <a:pt x="140970" y="306070"/>
                    <a:pt x="115570" y="308610"/>
                  </a:cubicBezTo>
                  <a:cubicBezTo>
                    <a:pt x="90170" y="312420"/>
                    <a:pt x="54610" y="308610"/>
                    <a:pt x="35560" y="292100"/>
                  </a:cubicBezTo>
                  <a:cubicBezTo>
                    <a:pt x="15240" y="275590"/>
                    <a:pt x="0" y="208280"/>
                    <a:pt x="0" y="208280"/>
                  </a:cubicBezTo>
                  <a:moveTo>
                    <a:pt x="59690" y="143510"/>
                  </a:moveTo>
                  <a:cubicBezTo>
                    <a:pt x="59690" y="140970"/>
                    <a:pt x="59690" y="139700"/>
                    <a:pt x="59690" y="139700"/>
                  </a:cubicBezTo>
                  <a:cubicBezTo>
                    <a:pt x="59690" y="139700"/>
                    <a:pt x="59690" y="143510"/>
                    <a:pt x="59690" y="143510"/>
                  </a:cubicBezTo>
                </a:path>
              </a:pathLst>
            </a:custGeom>
            <a:solidFill>
              <a:srgbClr val="FFFFFF"/>
            </a:solidFill>
            <a:ln cap="sq">
              <a:noFill/>
              <a:prstDash val="solid"/>
              <a:miter/>
            </a:ln>
          </p:spPr>
        </p:sp>
      </p:grpSp>
      <p:grpSp>
        <p:nvGrpSpPr>
          <p:cNvPr id="22" name="Group 22"/>
          <p:cNvGrpSpPr/>
          <p:nvPr/>
        </p:nvGrpSpPr>
        <p:grpSpPr>
          <a:xfrm>
            <a:off x="11911012" y="109538"/>
            <a:ext cx="226695" cy="260033"/>
            <a:chOff x="0" y="0"/>
            <a:chExt cx="302260" cy="346710"/>
          </a:xfrm>
        </p:grpSpPr>
        <p:sp>
          <p:nvSpPr>
            <p:cNvPr id="23" name="Freeform 23"/>
            <p:cNvSpPr/>
            <p:nvPr/>
          </p:nvSpPr>
          <p:spPr>
            <a:xfrm>
              <a:off x="38100" y="46990"/>
              <a:ext cx="215900" cy="248920"/>
            </a:xfrm>
            <a:custGeom>
              <a:avLst/>
              <a:gdLst/>
              <a:ahLst/>
              <a:cxnLst/>
              <a:rect l="l" t="t" r="r" b="b"/>
              <a:pathLst>
                <a:path w="215900" h="248920">
                  <a:moveTo>
                    <a:pt x="203200" y="146050"/>
                  </a:moveTo>
                  <a:cubicBezTo>
                    <a:pt x="163830" y="196850"/>
                    <a:pt x="106680" y="236220"/>
                    <a:pt x="77470" y="231140"/>
                  </a:cubicBezTo>
                  <a:cubicBezTo>
                    <a:pt x="50800" y="226060"/>
                    <a:pt x="22860" y="193040"/>
                    <a:pt x="12700" y="166370"/>
                  </a:cubicBezTo>
                  <a:cubicBezTo>
                    <a:pt x="0" y="137160"/>
                    <a:pt x="5080" y="85090"/>
                    <a:pt x="15240" y="57150"/>
                  </a:cubicBezTo>
                  <a:cubicBezTo>
                    <a:pt x="22860" y="38100"/>
                    <a:pt x="35560" y="21590"/>
                    <a:pt x="50800" y="12700"/>
                  </a:cubicBezTo>
                  <a:cubicBezTo>
                    <a:pt x="66040" y="3810"/>
                    <a:pt x="90170" y="0"/>
                    <a:pt x="107950" y="3810"/>
                  </a:cubicBezTo>
                  <a:cubicBezTo>
                    <a:pt x="125730" y="6350"/>
                    <a:pt x="146050" y="21590"/>
                    <a:pt x="156210" y="34290"/>
                  </a:cubicBezTo>
                  <a:cubicBezTo>
                    <a:pt x="165100" y="44450"/>
                    <a:pt x="167640" y="54610"/>
                    <a:pt x="171450" y="69850"/>
                  </a:cubicBezTo>
                  <a:cubicBezTo>
                    <a:pt x="177800" y="95250"/>
                    <a:pt x="185420" y="144780"/>
                    <a:pt x="177800" y="173990"/>
                  </a:cubicBezTo>
                  <a:cubicBezTo>
                    <a:pt x="170180" y="199390"/>
                    <a:pt x="154940" y="227330"/>
                    <a:pt x="134620" y="238760"/>
                  </a:cubicBezTo>
                  <a:cubicBezTo>
                    <a:pt x="114300" y="248920"/>
                    <a:pt x="77470" y="248920"/>
                    <a:pt x="58420" y="238760"/>
                  </a:cubicBezTo>
                  <a:cubicBezTo>
                    <a:pt x="38100" y="228600"/>
                    <a:pt x="16510" y="198120"/>
                    <a:pt x="13970" y="175260"/>
                  </a:cubicBezTo>
                  <a:cubicBezTo>
                    <a:pt x="11430" y="152400"/>
                    <a:pt x="25400" y="118110"/>
                    <a:pt x="43180" y="104140"/>
                  </a:cubicBezTo>
                  <a:cubicBezTo>
                    <a:pt x="59690" y="88900"/>
                    <a:pt x="95250" y="81280"/>
                    <a:pt x="116840" y="87630"/>
                  </a:cubicBezTo>
                  <a:cubicBezTo>
                    <a:pt x="139700" y="92710"/>
                    <a:pt x="165100" y="120650"/>
                    <a:pt x="173990" y="139700"/>
                  </a:cubicBezTo>
                  <a:cubicBezTo>
                    <a:pt x="180340" y="156210"/>
                    <a:pt x="179070" y="176530"/>
                    <a:pt x="173990" y="191770"/>
                  </a:cubicBezTo>
                  <a:cubicBezTo>
                    <a:pt x="168910" y="207010"/>
                    <a:pt x="156210" y="224790"/>
                    <a:pt x="142240" y="233680"/>
                  </a:cubicBezTo>
                  <a:cubicBezTo>
                    <a:pt x="128270" y="242570"/>
                    <a:pt x="107950" y="248920"/>
                    <a:pt x="91440" y="247650"/>
                  </a:cubicBezTo>
                  <a:cubicBezTo>
                    <a:pt x="74930" y="247650"/>
                    <a:pt x="55880" y="240030"/>
                    <a:pt x="43180" y="228600"/>
                  </a:cubicBezTo>
                  <a:cubicBezTo>
                    <a:pt x="30480" y="218440"/>
                    <a:pt x="21590" y="204470"/>
                    <a:pt x="16510" y="184150"/>
                  </a:cubicBezTo>
                  <a:cubicBezTo>
                    <a:pt x="7620" y="151130"/>
                    <a:pt x="7620" y="69850"/>
                    <a:pt x="22860" y="39370"/>
                  </a:cubicBezTo>
                  <a:cubicBezTo>
                    <a:pt x="33020" y="21590"/>
                    <a:pt x="52070" y="10160"/>
                    <a:pt x="68580" y="5080"/>
                  </a:cubicBezTo>
                  <a:cubicBezTo>
                    <a:pt x="86360" y="0"/>
                    <a:pt x="110490" y="2540"/>
                    <a:pt x="125730" y="10160"/>
                  </a:cubicBezTo>
                  <a:cubicBezTo>
                    <a:pt x="142240" y="16510"/>
                    <a:pt x="158750" y="34290"/>
                    <a:pt x="166370" y="50800"/>
                  </a:cubicBezTo>
                  <a:cubicBezTo>
                    <a:pt x="173990" y="67310"/>
                    <a:pt x="179070" y="97790"/>
                    <a:pt x="168910" y="107950"/>
                  </a:cubicBezTo>
                  <a:cubicBezTo>
                    <a:pt x="153670" y="123190"/>
                    <a:pt x="55880" y="114300"/>
                    <a:pt x="49530" y="99060"/>
                  </a:cubicBezTo>
                  <a:cubicBezTo>
                    <a:pt x="44450" y="87630"/>
                    <a:pt x="74930" y="50800"/>
                    <a:pt x="95250" y="40640"/>
                  </a:cubicBezTo>
                  <a:cubicBezTo>
                    <a:pt x="114300" y="30480"/>
                    <a:pt x="147320" y="26670"/>
                    <a:pt x="166370" y="35560"/>
                  </a:cubicBezTo>
                  <a:cubicBezTo>
                    <a:pt x="186690" y="43180"/>
                    <a:pt x="207010" y="71120"/>
                    <a:pt x="212090" y="91440"/>
                  </a:cubicBezTo>
                  <a:cubicBezTo>
                    <a:pt x="215900" y="109220"/>
                    <a:pt x="201930" y="146050"/>
                    <a:pt x="201930" y="146050"/>
                  </a:cubicBezTo>
                </a:path>
              </a:pathLst>
            </a:custGeom>
            <a:solidFill>
              <a:srgbClr val="FFFFFF"/>
            </a:solidFill>
            <a:ln cap="sq">
              <a:noFill/>
              <a:prstDash val="solid"/>
              <a:miter/>
            </a:ln>
          </p:spPr>
        </p:sp>
      </p:grpSp>
      <p:grpSp>
        <p:nvGrpSpPr>
          <p:cNvPr id="24" name="Group 24"/>
          <p:cNvGrpSpPr/>
          <p:nvPr/>
        </p:nvGrpSpPr>
        <p:grpSpPr>
          <a:xfrm>
            <a:off x="11210925" y="488632"/>
            <a:ext cx="182880" cy="188595"/>
            <a:chOff x="0" y="0"/>
            <a:chExt cx="243840" cy="251460"/>
          </a:xfrm>
        </p:grpSpPr>
        <p:sp>
          <p:nvSpPr>
            <p:cNvPr id="25" name="Freeform 25"/>
            <p:cNvSpPr/>
            <p:nvPr/>
          </p:nvSpPr>
          <p:spPr>
            <a:xfrm>
              <a:off x="43180" y="46990"/>
              <a:ext cx="149860" cy="154940"/>
            </a:xfrm>
            <a:custGeom>
              <a:avLst/>
              <a:gdLst/>
              <a:ahLst/>
              <a:cxnLst/>
              <a:rect l="l" t="t" r="r" b="b"/>
              <a:pathLst>
                <a:path w="149860" h="154940">
                  <a:moveTo>
                    <a:pt x="149860" y="53340"/>
                  </a:moveTo>
                  <a:cubicBezTo>
                    <a:pt x="129540" y="134620"/>
                    <a:pt x="118110" y="140970"/>
                    <a:pt x="107950" y="146050"/>
                  </a:cubicBezTo>
                  <a:cubicBezTo>
                    <a:pt x="96520" y="151130"/>
                    <a:pt x="85090" y="154940"/>
                    <a:pt x="72390" y="152400"/>
                  </a:cubicBezTo>
                  <a:cubicBezTo>
                    <a:pt x="53340" y="148590"/>
                    <a:pt x="21590" y="133350"/>
                    <a:pt x="11430" y="115570"/>
                  </a:cubicBezTo>
                  <a:cubicBezTo>
                    <a:pt x="0" y="97790"/>
                    <a:pt x="1270" y="62230"/>
                    <a:pt x="7620" y="44450"/>
                  </a:cubicBezTo>
                  <a:cubicBezTo>
                    <a:pt x="11430" y="33020"/>
                    <a:pt x="17780" y="22860"/>
                    <a:pt x="29210" y="16510"/>
                  </a:cubicBezTo>
                  <a:cubicBezTo>
                    <a:pt x="45720" y="6350"/>
                    <a:pt x="81280" y="0"/>
                    <a:pt x="99060" y="3810"/>
                  </a:cubicBezTo>
                  <a:cubicBezTo>
                    <a:pt x="111760" y="6350"/>
                    <a:pt x="130810" y="22860"/>
                    <a:pt x="130810" y="22860"/>
                  </a:cubicBezTo>
                </a:path>
              </a:pathLst>
            </a:custGeom>
            <a:solidFill>
              <a:srgbClr val="FFFFFF"/>
            </a:solidFill>
            <a:ln cap="sq">
              <a:noFill/>
              <a:prstDash val="solid"/>
              <a:miter/>
            </a:ln>
          </p:spPr>
        </p:sp>
      </p:grpSp>
      <p:grpSp>
        <p:nvGrpSpPr>
          <p:cNvPr id="26" name="Group 26"/>
          <p:cNvGrpSpPr/>
          <p:nvPr/>
        </p:nvGrpSpPr>
        <p:grpSpPr>
          <a:xfrm>
            <a:off x="11205210" y="388620"/>
            <a:ext cx="182880" cy="188595"/>
            <a:chOff x="0" y="0"/>
            <a:chExt cx="243840" cy="251460"/>
          </a:xfrm>
        </p:grpSpPr>
        <p:sp>
          <p:nvSpPr>
            <p:cNvPr id="27" name="Freeform 27"/>
            <p:cNvSpPr/>
            <p:nvPr/>
          </p:nvSpPr>
          <p:spPr>
            <a:xfrm>
              <a:off x="44450" y="46990"/>
              <a:ext cx="148590" cy="154940"/>
            </a:xfrm>
            <a:custGeom>
              <a:avLst/>
              <a:gdLst/>
              <a:ahLst/>
              <a:cxnLst/>
              <a:rect l="l" t="t" r="r" b="b"/>
              <a:pathLst>
                <a:path w="148590" h="154940">
                  <a:moveTo>
                    <a:pt x="148590" y="54610"/>
                  </a:moveTo>
                  <a:cubicBezTo>
                    <a:pt x="129540" y="134620"/>
                    <a:pt x="118110" y="140970"/>
                    <a:pt x="107950" y="146050"/>
                  </a:cubicBezTo>
                  <a:cubicBezTo>
                    <a:pt x="96520" y="151130"/>
                    <a:pt x="85090" y="154940"/>
                    <a:pt x="71120" y="152400"/>
                  </a:cubicBezTo>
                  <a:cubicBezTo>
                    <a:pt x="53340" y="149860"/>
                    <a:pt x="21590" y="133350"/>
                    <a:pt x="11430" y="115570"/>
                  </a:cubicBezTo>
                  <a:cubicBezTo>
                    <a:pt x="0" y="97790"/>
                    <a:pt x="1270" y="63500"/>
                    <a:pt x="6350" y="45720"/>
                  </a:cubicBezTo>
                  <a:cubicBezTo>
                    <a:pt x="10160" y="33020"/>
                    <a:pt x="17780" y="24130"/>
                    <a:pt x="29210" y="16510"/>
                  </a:cubicBezTo>
                  <a:cubicBezTo>
                    <a:pt x="44450" y="7620"/>
                    <a:pt x="81280" y="0"/>
                    <a:pt x="99060" y="3810"/>
                  </a:cubicBezTo>
                  <a:cubicBezTo>
                    <a:pt x="111760" y="6350"/>
                    <a:pt x="129540" y="22860"/>
                    <a:pt x="129540" y="22860"/>
                  </a:cubicBezTo>
                </a:path>
              </a:pathLst>
            </a:custGeom>
            <a:solidFill>
              <a:srgbClr val="FFFFFF"/>
            </a:solidFill>
            <a:ln cap="sq">
              <a:noFill/>
              <a:prstDash val="solid"/>
              <a:miter/>
            </a:ln>
          </p:spPr>
        </p:sp>
      </p:grpSp>
      <p:grpSp>
        <p:nvGrpSpPr>
          <p:cNvPr id="28" name="Group 28"/>
          <p:cNvGrpSpPr/>
          <p:nvPr/>
        </p:nvGrpSpPr>
        <p:grpSpPr>
          <a:xfrm>
            <a:off x="11252835" y="423862"/>
            <a:ext cx="182880" cy="188595"/>
            <a:chOff x="0" y="0"/>
            <a:chExt cx="243840" cy="251460"/>
          </a:xfrm>
        </p:grpSpPr>
        <p:sp>
          <p:nvSpPr>
            <p:cNvPr id="29" name="Freeform 29"/>
            <p:cNvSpPr/>
            <p:nvPr/>
          </p:nvSpPr>
          <p:spPr>
            <a:xfrm>
              <a:off x="44450" y="46990"/>
              <a:ext cx="148590" cy="154940"/>
            </a:xfrm>
            <a:custGeom>
              <a:avLst/>
              <a:gdLst/>
              <a:ahLst/>
              <a:cxnLst/>
              <a:rect l="l" t="t" r="r" b="b"/>
              <a:pathLst>
                <a:path w="148590" h="154940">
                  <a:moveTo>
                    <a:pt x="148590" y="53340"/>
                  </a:moveTo>
                  <a:cubicBezTo>
                    <a:pt x="129540" y="134620"/>
                    <a:pt x="118110" y="140970"/>
                    <a:pt x="106680" y="146050"/>
                  </a:cubicBezTo>
                  <a:cubicBezTo>
                    <a:pt x="96520" y="151130"/>
                    <a:pt x="83820" y="154940"/>
                    <a:pt x="71120" y="152400"/>
                  </a:cubicBezTo>
                  <a:cubicBezTo>
                    <a:pt x="53340" y="148590"/>
                    <a:pt x="21590" y="133350"/>
                    <a:pt x="10160" y="115570"/>
                  </a:cubicBezTo>
                  <a:cubicBezTo>
                    <a:pt x="0" y="97790"/>
                    <a:pt x="1270" y="62230"/>
                    <a:pt x="6350" y="44450"/>
                  </a:cubicBezTo>
                  <a:cubicBezTo>
                    <a:pt x="10160" y="31750"/>
                    <a:pt x="17780" y="22860"/>
                    <a:pt x="29210" y="16510"/>
                  </a:cubicBezTo>
                  <a:cubicBezTo>
                    <a:pt x="44450" y="6350"/>
                    <a:pt x="80010" y="0"/>
                    <a:pt x="99060" y="3810"/>
                  </a:cubicBezTo>
                  <a:cubicBezTo>
                    <a:pt x="111760" y="6350"/>
                    <a:pt x="129540" y="22860"/>
                    <a:pt x="129540" y="22860"/>
                  </a:cubicBezTo>
                </a:path>
              </a:pathLst>
            </a:custGeom>
            <a:solidFill>
              <a:srgbClr val="FFFFFF"/>
            </a:solidFill>
            <a:ln cap="sq">
              <a:noFill/>
              <a:prstDash val="solid"/>
              <a:miter/>
            </a:ln>
          </p:spPr>
        </p:sp>
      </p:grpSp>
      <p:grpSp>
        <p:nvGrpSpPr>
          <p:cNvPr id="30" name="Group 30"/>
          <p:cNvGrpSpPr/>
          <p:nvPr/>
        </p:nvGrpSpPr>
        <p:grpSpPr>
          <a:xfrm>
            <a:off x="11217593" y="411480"/>
            <a:ext cx="182880" cy="188595"/>
            <a:chOff x="0" y="0"/>
            <a:chExt cx="243840" cy="251460"/>
          </a:xfrm>
        </p:grpSpPr>
        <p:sp>
          <p:nvSpPr>
            <p:cNvPr id="31" name="Freeform 31"/>
            <p:cNvSpPr/>
            <p:nvPr/>
          </p:nvSpPr>
          <p:spPr>
            <a:xfrm>
              <a:off x="44450" y="46990"/>
              <a:ext cx="148590" cy="154940"/>
            </a:xfrm>
            <a:custGeom>
              <a:avLst/>
              <a:gdLst/>
              <a:ahLst/>
              <a:cxnLst/>
              <a:rect l="l" t="t" r="r" b="b"/>
              <a:pathLst>
                <a:path w="148590" h="154940">
                  <a:moveTo>
                    <a:pt x="148590" y="53340"/>
                  </a:moveTo>
                  <a:cubicBezTo>
                    <a:pt x="129540" y="134620"/>
                    <a:pt x="118110" y="140970"/>
                    <a:pt x="107950" y="146050"/>
                  </a:cubicBezTo>
                  <a:cubicBezTo>
                    <a:pt x="96520" y="149860"/>
                    <a:pt x="85090" y="154940"/>
                    <a:pt x="71120" y="152400"/>
                  </a:cubicBezTo>
                  <a:cubicBezTo>
                    <a:pt x="53340" y="148590"/>
                    <a:pt x="21590" y="133350"/>
                    <a:pt x="11430" y="115570"/>
                  </a:cubicBezTo>
                  <a:cubicBezTo>
                    <a:pt x="0" y="97790"/>
                    <a:pt x="1270" y="62230"/>
                    <a:pt x="6350" y="44450"/>
                  </a:cubicBezTo>
                  <a:cubicBezTo>
                    <a:pt x="10160" y="31750"/>
                    <a:pt x="17780" y="22860"/>
                    <a:pt x="29210" y="16510"/>
                  </a:cubicBezTo>
                  <a:cubicBezTo>
                    <a:pt x="45720" y="6350"/>
                    <a:pt x="81280" y="0"/>
                    <a:pt x="99060" y="3810"/>
                  </a:cubicBezTo>
                  <a:cubicBezTo>
                    <a:pt x="111760" y="6350"/>
                    <a:pt x="130810" y="22860"/>
                    <a:pt x="130810" y="22860"/>
                  </a:cubicBezTo>
                </a:path>
              </a:pathLst>
            </a:custGeom>
            <a:solidFill>
              <a:srgbClr val="FFFFFF"/>
            </a:solidFill>
            <a:ln cap="sq">
              <a:noFill/>
              <a:prstDash val="solid"/>
              <a:miter/>
            </a:ln>
          </p:spPr>
        </p:sp>
      </p:grpSp>
      <p:grpSp>
        <p:nvGrpSpPr>
          <p:cNvPr id="32" name="Group 32"/>
          <p:cNvGrpSpPr/>
          <p:nvPr/>
        </p:nvGrpSpPr>
        <p:grpSpPr>
          <a:xfrm>
            <a:off x="11265218" y="431482"/>
            <a:ext cx="182880" cy="188595"/>
            <a:chOff x="0" y="0"/>
            <a:chExt cx="243840" cy="251460"/>
          </a:xfrm>
        </p:grpSpPr>
        <p:sp>
          <p:nvSpPr>
            <p:cNvPr id="33" name="Freeform 33"/>
            <p:cNvSpPr/>
            <p:nvPr/>
          </p:nvSpPr>
          <p:spPr>
            <a:xfrm>
              <a:off x="44450" y="46990"/>
              <a:ext cx="148590" cy="154940"/>
            </a:xfrm>
            <a:custGeom>
              <a:avLst/>
              <a:gdLst/>
              <a:ahLst/>
              <a:cxnLst/>
              <a:rect l="l" t="t" r="r" b="b"/>
              <a:pathLst>
                <a:path w="148590" h="154940">
                  <a:moveTo>
                    <a:pt x="148590" y="53340"/>
                  </a:moveTo>
                  <a:cubicBezTo>
                    <a:pt x="129540" y="134620"/>
                    <a:pt x="118110" y="140970"/>
                    <a:pt x="106680" y="146050"/>
                  </a:cubicBezTo>
                  <a:cubicBezTo>
                    <a:pt x="96520" y="149860"/>
                    <a:pt x="83820" y="154940"/>
                    <a:pt x="71120" y="152400"/>
                  </a:cubicBezTo>
                  <a:cubicBezTo>
                    <a:pt x="53340" y="148590"/>
                    <a:pt x="21590" y="133350"/>
                    <a:pt x="10160" y="115570"/>
                  </a:cubicBezTo>
                  <a:cubicBezTo>
                    <a:pt x="0" y="97790"/>
                    <a:pt x="1270" y="62230"/>
                    <a:pt x="6350" y="44450"/>
                  </a:cubicBezTo>
                  <a:cubicBezTo>
                    <a:pt x="10160" y="31750"/>
                    <a:pt x="17780" y="22860"/>
                    <a:pt x="29210" y="16510"/>
                  </a:cubicBezTo>
                  <a:cubicBezTo>
                    <a:pt x="44450" y="6350"/>
                    <a:pt x="80010" y="0"/>
                    <a:pt x="99060" y="3810"/>
                  </a:cubicBezTo>
                  <a:cubicBezTo>
                    <a:pt x="111760" y="5080"/>
                    <a:pt x="129540" y="21590"/>
                    <a:pt x="129540" y="21590"/>
                  </a:cubicBezTo>
                </a:path>
              </a:pathLst>
            </a:custGeom>
            <a:solidFill>
              <a:srgbClr val="FFFFFF"/>
            </a:solidFill>
            <a:ln cap="sq">
              <a:noFill/>
              <a:prstDash val="solid"/>
              <a:miter/>
            </a:ln>
          </p:spPr>
        </p:sp>
      </p:grpSp>
      <p:grpSp>
        <p:nvGrpSpPr>
          <p:cNvPr id="34" name="Group 34"/>
          <p:cNvGrpSpPr/>
          <p:nvPr/>
        </p:nvGrpSpPr>
        <p:grpSpPr>
          <a:xfrm>
            <a:off x="11212830" y="403860"/>
            <a:ext cx="193358" cy="191452"/>
            <a:chOff x="0" y="0"/>
            <a:chExt cx="257810" cy="255270"/>
          </a:xfrm>
        </p:grpSpPr>
        <p:sp>
          <p:nvSpPr>
            <p:cNvPr id="35" name="Freeform 35"/>
            <p:cNvSpPr/>
            <p:nvPr/>
          </p:nvSpPr>
          <p:spPr>
            <a:xfrm>
              <a:off x="48260" y="46990"/>
              <a:ext cx="160020" cy="157480"/>
            </a:xfrm>
            <a:custGeom>
              <a:avLst/>
              <a:gdLst/>
              <a:ahLst/>
              <a:cxnLst/>
              <a:rect l="l" t="t" r="r" b="b"/>
              <a:pathLst>
                <a:path w="160020" h="157480">
                  <a:moveTo>
                    <a:pt x="78740" y="156210"/>
                  </a:moveTo>
                  <a:cubicBezTo>
                    <a:pt x="3810" y="105410"/>
                    <a:pt x="0" y="71120"/>
                    <a:pt x="7620" y="50800"/>
                  </a:cubicBezTo>
                  <a:cubicBezTo>
                    <a:pt x="15240" y="31750"/>
                    <a:pt x="41910" y="10160"/>
                    <a:pt x="62230" y="5080"/>
                  </a:cubicBezTo>
                  <a:cubicBezTo>
                    <a:pt x="82550" y="0"/>
                    <a:pt x="115570" y="10160"/>
                    <a:pt x="130810" y="24130"/>
                  </a:cubicBezTo>
                  <a:cubicBezTo>
                    <a:pt x="146050" y="38100"/>
                    <a:pt x="157480" y="71120"/>
                    <a:pt x="153670" y="91440"/>
                  </a:cubicBezTo>
                  <a:cubicBezTo>
                    <a:pt x="151130" y="113030"/>
                    <a:pt x="129540" y="139700"/>
                    <a:pt x="110490" y="148590"/>
                  </a:cubicBezTo>
                  <a:cubicBezTo>
                    <a:pt x="91440" y="157480"/>
                    <a:pt x="57150" y="156210"/>
                    <a:pt x="39370" y="144780"/>
                  </a:cubicBezTo>
                  <a:cubicBezTo>
                    <a:pt x="21590" y="134620"/>
                    <a:pt x="5080" y="102870"/>
                    <a:pt x="2540" y="83820"/>
                  </a:cubicBezTo>
                  <a:cubicBezTo>
                    <a:pt x="0" y="67310"/>
                    <a:pt x="5080" y="49530"/>
                    <a:pt x="15240" y="36830"/>
                  </a:cubicBezTo>
                  <a:cubicBezTo>
                    <a:pt x="27940" y="21590"/>
                    <a:pt x="58420" y="5080"/>
                    <a:pt x="78740" y="3810"/>
                  </a:cubicBezTo>
                  <a:cubicBezTo>
                    <a:pt x="96520" y="1270"/>
                    <a:pt x="116840" y="10160"/>
                    <a:pt x="130810" y="20320"/>
                  </a:cubicBezTo>
                  <a:cubicBezTo>
                    <a:pt x="143510" y="30480"/>
                    <a:pt x="156210" y="49530"/>
                    <a:pt x="157480" y="67310"/>
                  </a:cubicBezTo>
                  <a:cubicBezTo>
                    <a:pt x="160020" y="87630"/>
                    <a:pt x="148590" y="119380"/>
                    <a:pt x="135890" y="134620"/>
                  </a:cubicBezTo>
                  <a:cubicBezTo>
                    <a:pt x="123190" y="147320"/>
                    <a:pt x="85090" y="156210"/>
                    <a:pt x="85090" y="156210"/>
                  </a:cubicBezTo>
                </a:path>
              </a:pathLst>
            </a:custGeom>
            <a:solidFill>
              <a:srgbClr val="FFFFFF"/>
            </a:solidFill>
            <a:ln cap="sq">
              <a:noFill/>
              <a:prstDash val="solid"/>
              <a:miter/>
            </a:ln>
          </p:spPr>
        </p:sp>
      </p:grpSp>
      <p:grpSp>
        <p:nvGrpSpPr>
          <p:cNvPr id="36" name="Group 36"/>
          <p:cNvGrpSpPr/>
          <p:nvPr/>
        </p:nvGrpSpPr>
        <p:grpSpPr>
          <a:xfrm>
            <a:off x="11231880" y="430530"/>
            <a:ext cx="194310" cy="189548"/>
            <a:chOff x="0" y="0"/>
            <a:chExt cx="259080" cy="252730"/>
          </a:xfrm>
        </p:grpSpPr>
        <p:sp>
          <p:nvSpPr>
            <p:cNvPr id="37" name="Freeform 37"/>
            <p:cNvSpPr/>
            <p:nvPr/>
          </p:nvSpPr>
          <p:spPr>
            <a:xfrm>
              <a:off x="45720" y="50800"/>
              <a:ext cx="165100" cy="156210"/>
            </a:xfrm>
            <a:custGeom>
              <a:avLst/>
              <a:gdLst/>
              <a:ahLst/>
              <a:cxnLst/>
              <a:rect l="l" t="t" r="r" b="b"/>
              <a:pathLst>
                <a:path w="165100" h="156210">
                  <a:moveTo>
                    <a:pt x="120650" y="8890"/>
                  </a:moveTo>
                  <a:cubicBezTo>
                    <a:pt x="165100" y="87630"/>
                    <a:pt x="152400" y="119380"/>
                    <a:pt x="137160" y="133350"/>
                  </a:cubicBezTo>
                  <a:cubicBezTo>
                    <a:pt x="120650" y="148590"/>
                    <a:pt x="87630" y="156210"/>
                    <a:pt x="67310" y="151130"/>
                  </a:cubicBezTo>
                  <a:cubicBezTo>
                    <a:pt x="46990" y="146050"/>
                    <a:pt x="21590" y="123190"/>
                    <a:pt x="13970" y="102870"/>
                  </a:cubicBezTo>
                  <a:cubicBezTo>
                    <a:pt x="6350" y="82550"/>
                    <a:pt x="11430" y="49530"/>
                    <a:pt x="24130" y="31750"/>
                  </a:cubicBezTo>
                  <a:cubicBezTo>
                    <a:pt x="36830" y="15240"/>
                    <a:pt x="67310" y="0"/>
                    <a:pt x="87630" y="0"/>
                  </a:cubicBezTo>
                  <a:cubicBezTo>
                    <a:pt x="109220" y="1270"/>
                    <a:pt x="139700" y="17780"/>
                    <a:pt x="151130" y="35560"/>
                  </a:cubicBezTo>
                  <a:cubicBezTo>
                    <a:pt x="161290" y="53340"/>
                    <a:pt x="162560" y="88900"/>
                    <a:pt x="156210" y="107950"/>
                  </a:cubicBezTo>
                  <a:cubicBezTo>
                    <a:pt x="151130" y="123190"/>
                    <a:pt x="138430" y="137160"/>
                    <a:pt x="123190" y="143510"/>
                  </a:cubicBezTo>
                  <a:cubicBezTo>
                    <a:pt x="105410" y="152400"/>
                    <a:pt x="71120" y="152400"/>
                    <a:pt x="52070" y="144780"/>
                  </a:cubicBezTo>
                  <a:cubicBezTo>
                    <a:pt x="34290" y="138430"/>
                    <a:pt x="19050" y="124460"/>
                    <a:pt x="11430" y="109220"/>
                  </a:cubicBezTo>
                  <a:cubicBezTo>
                    <a:pt x="3810" y="93980"/>
                    <a:pt x="0" y="71120"/>
                    <a:pt x="5080" y="54610"/>
                  </a:cubicBezTo>
                  <a:cubicBezTo>
                    <a:pt x="8890" y="38100"/>
                    <a:pt x="20320" y="19050"/>
                    <a:pt x="35560" y="10160"/>
                  </a:cubicBezTo>
                  <a:cubicBezTo>
                    <a:pt x="53340" y="0"/>
                    <a:pt x="106680" y="1270"/>
                    <a:pt x="106680" y="1270"/>
                  </a:cubicBezTo>
                </a:path>
              </a:pathLst>
            </a:custGeom>
            <a:solidFill>
              <a:srgbClr val="FFFFFF"/>
            </a:solidFill>
            <a:ln cap="sq">
              <a:noFill/>
              <a:prstDash val="solid"/>
              <a:miter/>
            </a:ln>
          </p:spPr>
        </p:sp>
      </p:grpSp>
      <p:grpSp>
        <p:nvGrpSpPr>
          <p:cNvPr id="38" name="Group 38"/>
          <p:cNvGrpSpPr/>
          <p:nvPr/>
        </p:nvGrpSpPr>
        <p:grpSpPr>
          <a:xfrm>
            <a:off x="11169015" y="426720"/>
            <a:ext cx="282892" cy="249555"/>
            <a:chOff x="0" y="0"/>
            <a:chExt cx="377190" cy="332740"/>
          </a:xfrm>
        </p:grpSpPr>
        <p:sp>
          <p:nvSpPr>
            <p:cNvPr id="39" name="Freeform 39"/>
            <p:cNvSpPr/>
            <p:nvPr/>
          </p:nvSpPr>
          <p:spPr>
            <a:xfrm>
              <a:off x="50800" y="45720"/>
              <a:ext cx="275590" cy="247650"/>
            </a:xfrm>
            <a:custGeom>
              <a:avLst/>
              <a:gdLst/>
              <a:ahLst/>
              <a:cxnLst/>
              <a:rect l="l" t="t" r="r" b="b"/>
              <a:pathLst>
                <a:path w="275590" h="247650">
                  <a:moveTo>
                    <a:pt x="158750" y="12700"/>
                  </a:moveTo>
                  <a:cubicBezTo>
                    <a:pt x="259080" y="90170"/>
                    <a:pt x="275590" y="115570"/>
                    <a:pt x="275590" y="140970"/>
                  </a:cubicBezTo>
                  <a:cubicBezTo>
                    <a:pt x="274320" y="170180"/>
                    <a:pt x="252730" y="223520"/>
                    <a:pt x="228600" y="236220"/>
                  </a:cubicBezTo>
                  <a:cubicBezTo>
                    <a:pt x="204470" y="247650"/>
                    <a:pt x="156210" y="229870"/>
                    <a:pt x="128270" y="217170"/>
                  </a:cubicBezTo>
                  <a:cubicBezTo>
                    <a:pt x="102870" y="205740"/>
                    <a:pt x="67310" y="166370"/>
                    <a:pt x="66040" y="167640"/>
                  </a:cubicBezTo>
                  <a:cubicBezTo>
                    <a:pt x="64770" y="168910"/>
                    <a:pt x="81280" y="184150"/>
                    <a:pt x="80010" y="186690"/>
                  </a:cubicBezTo>
                  <a:cubicBezTo>
                    <a:pt x="77470" y="190500"/>
                    <a:pt x="53340" y="182880"/>
                    <a:pt x="41910" y="175260"/>
                  </a:cubicBezTo>
                  <a:cubicBezTo>
                    <a:pt x="27940" y="166370"/>
                    <a:pt x="10160" y="144780"/>
                    <a:pt x="5080" y="129540"/>
                  </a:cubicBezTo>
                  <a:cubicBezTo>
                    <a:pt x="0" y="116840"/>
                    <a:pt x="0" y="102870"/>
                    <a:pt x="1270" y="90170"/>
                  </a:cubicBezTo>
                  <a:cubicBezTo>
                    <a:pt x="3810" y="77470"/>
                    <a:pt x="10160" y="63500"/>
                    <a:pt x="17780" y="53340"/>
                  </a:cubicBezTo>
                  <a:cubicBezTo>
                    <a:pt x="25400" y="43180"/>
                    <a:pt x="36830" y="33020"/>
                    <a:pt x="48260" y="27940"/>
                  </a:cubicBezTo>
                  <a:cubicBezTo>
                    <a:pt x="60960" y="22860"/>
                    <a:pt x="71120" y="19050"/>
                    <a:pt x="87630" y="20320"/>
                  </a:cubicBezTo>
                  <a:cubicBezTo>
                    <a:pt x="120650" y="21590"/>
                    <a:pt x="203200" y="36830"/>
                    <a:pt x="226060" y="63500"/>
                  </a:cubicBezTo>
                  <a:cubicBezTo>
                    <a:pt x="242570" y="82550"/>
                    <a:pt x="242570" y="120650"/>
                    <a:pt x="237490" y="140970"/>
                  </a:cubicBezTo>
                  <a:cubicBezTo>
                    <a:pt x="232410" y="158750"/>
                    <a:pt x="219710" y="175260"/>
                    <a:pt x="204470" y="184150"/>
                  </a:cubicBezTo>
                  <a:cubicBezTo>
                    <a:pt x="185420" y="194310"/>
                    <a:pt x="147320" y="200660"/>
                    <a:pt x="125730" y="191770"/>
                  </a:cubicBezTo>
                  <a:cubicBezTo>
                    <a:pt x="104140" y="182880"/>
                    <a:pt x="80010" y="153670"/>
                    <a:pt x="74930" y="130810"/>
                  </a:cubicBezTo>
                  <a:cubicBezTo>
                    <a:pt x="71120" y="107950"/>
                    <a:pt x="81280" y="71120"/>
                    <a:pt x="97790" y="54610"/>
                  </a:cubicBezTo>
                  <a:cubicBezTo>
                    <a:pt x="114300" y="38100"/>
                    <a:pt x="149860" y="26670"/>
                    <a:pt x="172720" y="30480"/>
                  </a:cubicBezTo>
                  <a:cubicBezTo>
                    <a:pt x="195580" y="34290"/>
                    <a:pt x="224790" y="59690"/>
                    <a:pt x="234950" y="78740"/>
                  </a:cubicBezTo>
                  <a:cubicBezTo>
                    <a:pt x="243840" y="95250"/>
                    <a:pt x="243840" y="116840"/>
                    <a:pt x="240030" y="133350"/>
                  </a:cubicBezTo>
                  <a:cubicBezTo>
                    <a:pt x="236220" y="149860"/>
                    <a:pt x="224790" y="167640"/>
                    <a:pt x="212090" y="179070"/>
                  </a:cubicBezTo>
                  <a:cubicBezTo>
                    <a:pt x="198120" y="189230"/>
                    <a:pt x="179070" y="198120"/>
                    <a:pt x="161290" y="198120"/>
                  </a:cubicBezTo>
                  <a:cubicBezTo>
                    <a:pt x="139700" y="196850"/>
                    <a:pt x="102870" y="158750"/>
                    <a:pt x="90170" y="163830"/>
                  </a:cubicBezTo>
                  <a:cubicBezTo>
                    <a:pt x="82550" y="166370"/>
                    <a:pt x="86360" y="184150"/>
                    <a:pt x="80010" y="186690"/>
                  </a:cubicBezTo>
                  <a:cubicBezTo>
                    <a:pt x="72390" y="190500"/>
                    <a:pt x="53340" y="181610"/>
                    <a:pt x="41910" y="175260"/>
                  </a:cubicBezTo>
                  <a:cubicBezTo>
                    <a:pt x="30480" y="168910"/>
                    <a:pt x="20320" y="158750"/>
                    <a:pt x="12700" y="147320"/>
                  </a:cubicBezTo>
                  <a:cubicBezTo>
                    <a:pt x="6350" y="137160"/>
                    <a:pt x="1270" y="123190"/>
                    <a:pt x="0" y="109220"/>
                  </a:cubicBezTo>
                  <a:cubicBezTo>
                    <a:pt x="0" y="92710"/>
                    <a:pt x="7620" y="67310"/>
                    <a:pt x="17780" y="53340"/>
                  </a:cubicBezTo>
                  <a:cubicBezTo>
                    <a:pt x="25400" y="41910"/>
                    <a:pt x="36830" y="33020"/>
                    <a:pt x="48260" y="27940"/>
                  </a:cubicBezTo>
                  <a:cubicBezTo>
                    <a:pt x="60960" y="22860"/>
                    <a:pt x="74930" y="19050"/>
                    <a:pt x="87630" y="20320"/>
                  </a:cubicBezTo>
                  <a:cubicBezTo>
                    <a:pt x="99060" y="20320"/>
                    <a:pt x="109220" y="24130"/>
                    <a:pt x="120650" y="30480"/>
                  </a:cubicBezTo>
                  <a:cubicBezTo>
                    <a:pt x="138430" y="40640"/>
                    <a:pt x="176530" y="63500"/>
                    <a:pt x="177800" y="83820"/>
                  </a:cubicBezTo>
                  <a:cubicBezTo>
                    <a:pt x="177800" y="106680"/>
                    <a:pt x="128270" y="158750"/>
                    <a:pt x="105410" y="160020"/>
                  </a:cubicBezTo>
                  <a:cubicBezTo>
                    <a:pt x="88900" y="161290"/>
                    <a:pt x="67310" y="139700"/>
                    <a:pt x="57150" y="123190"/>
                  </a:cubicBezTo>
                  <a:cubicBezTo>
                    <a:pt x="46990" y="104140"/>
                    <a:pt x="41910" y="71120"/>
                    <a:pt x="49530" y="52070"/>
                  </a:cubicBezTo>
                  <a:cubicBezTo>
                    <a:pt x="57150" y="31750"/>
                    <a:pt x="85090" y="11430"/>
                    <a:pt x="104140" y="5080"/>
                  </a:cubicBezTo>
                  <a:cubicBezTo>
                    <a:pt x="120650" y="0"/>
                    <a:pt x="158750" y="12700"/>
                    <a:pt x="158750" y="12700"/>
                  </a:cubicBezTo>
                </a:path>
              </a:pathLst>
            </a:custGeom>
            <a:solidFill>
              <a:srgbClr val="FFFFFF"/>
            </a:solidFill>
            <a:ln cap="sq">
              <a:noFill/>
              <a:prstDash val="solid"/>
              <a:miter/>
            </a:ln>
          </p:spPr>
        </p:sp>
      </p:grpSp>
      <p:grpSp>
        <p:nvGrpSpPr>
          <p:cNvPr id="40" name="Group 40"/>
          <p:cNvGrpSpPr/>
          <p:nvPr/>
        </p:nvGrpSpPr>
        <p:grpSpPr>
          <a:xfrm>
            <a:off x="11564302" y="-284797"/>
            <a:ext cx="1767840" cy="1207770"/>
            <a:chOff x="0" y="0"/>
            <a:chExt cx="2357120" cy="1610360"/>
          </a:xfrm>
        </p:grpSpPr>
        <p:sp>
          <p:nvSpPr>
            <p:cNvPr id="41" name="Freeform 41"/>
            <p:cNvSpPr/>
            <p:nvPr/>
          </p:nvSpPr>
          <p:spPr>
            <a:xfrm>
              <a:off x="50800" y="50800"/>
              <a:ext cx="2259330" cy="1511300"/>
            </a:xfrm>
            <a:custGeom>
              <a:avLst/>
              <a:gdLst/>
              <a:ahLst/>
              <a:cxnLst/>
              <a:rect l="l" t="t" r="r" b="b"/>
              <a:pathLst>
                <a:path w="2259330" h="1511300">
                  <a:moveTo>
                    <a:pt x="0" y="360680"/>
                  </a:moveTo>
                  <a:cubicBezTo>
                    <a:pt x="0" y="346710"/>
                    <a:pt x="0" y="340360"/>
                    <a:pt x="0" y="340360"/>
                  </a:cubicBezTo>
                  <a:cubicBezTo>
                    <a:pt x="0" y="340360"/>
                    <a:pt x="2540" y="334010"/>
                    <a:pt x="3810" y="330200"/>
                  </a:cubicBezTo>
                  <a:cubicBezTo>
                    <a:pt x="3810" y="327660"/>
                    <a:pt x="6350" y="321310"/>
                    <a:pt x="6350" y="321310"/>
                  </a:cubicBezTo>
                  <a:cubicBezTo>
                    <a:pt x="6350" y="321310"/>
                    <a:pt x="10160" y="314960"/>
                    <a:pt x="11430" y="312420"/>
                  </a:cubicBezTo>
                  <a:cubicBezTo>
                    <a:pt x="12700" y="309880"/>
                    <a:pt x="16510" y="303530"/>
                    <a:pt x="16510" y="303530"/>
                  </a:cubicBezTo>
                  <a:cubicBezTo>
                    <a:pt x="16510" y="303530"/>
                    <a:pt x="21590" y="298450"/>
                    <a:pt x="24130" y="295910"/>
                  </a:cubicBezTo>
                  <a:cubicBezTo>
                    <a:pt x="26670" y="293370"/>
                    <a:pt x="30480" y="289560"/>
                    <a:pt x="30480" y="289560"/>
                  </a:cubicBezTo>
                  <a:cubicBezTo>
                    <a:pt x="30480" y="289560"/>
                    <a:pt x="36830" y="285750"/>
                    <a:pt x="39370" y="283210"/>
                  </a:cubicBezTo>
                  <a:cubicBezTo>
                    <a:pt x="41910" y="281940"/>
                    <a:pt x="48260" y="278130"/>
                    <a:pt x="48260" y="278130"/>
                  </a:cubicBezTo>
                  <a:cubicBezTo>
                    <a:pt x="48260" y="278130"/>
                    <a:pt x="54610" y="276860"/>
                    <a:pt x="57150" y="275590"/>
                  </a:cubicBezTo>
                  <a:cubicBezTo>
                    <a:pt x="60960" y="274320"/>
                    <a:pt x="67310" y="271780"/>
                    <a:pt x="67310" y="271780"/>
                  </a:cubicBezTo>
                  <a:cubicBezTo>
                    <a:pt x="67310" y="271780"/>
                    <a:pt x="73660" y="271780"/>
                    <a:pt x="77470" y="271780"/>
                  </a:cubicBezTo>
                  <a:cubicBezTo>
                    <a:pt x="81280" y="271780"/>
                    <a:pt x="87630" y="270510"/>
                    <a:pt x="87630" y="270510"/>
                  </a:cubicBezTo>
                  <a:cubicBezTo>
                    <a:pt x="87630" y="270510"/>
                    <a:pt x="93980" y="271780"/>
                    <a:pt x="97790" y="273050"/>
                  </a:cubicBezTo>
                  <a:cubicBezTo>
                    <a:pt x="100330" y="273050"/>
                    <a:pt x="106680" y="274320"/>
                    <a:pt x="107950" y="274320"/>
                  </a:cubicBezTo>
                  <a:cubicBezTo>
                    <a:pt x="107950" y="274320"/>
                    <a:pt x="113030" y="276860"/>
                    <a:pt x="116840" y="278130"/>
                  </a:cubicBezTo>
                  <a:cubicBezTo>
                    <a:pt x="119380" y="279400"/>
                    <a:pt x="125730" y="281940"/>
                    <a:pt x="125730" y="281940"/>
                  </a:cubicBezTo>
                  <a:cubicBezTo>
                    <a:pt x="125730" y="283210"/>
                    <a:pt x="138430" y="304800"/>
                    <a:pt x="139700" y="304800"/>
                  </a:cubicBezTo>
                  <a:cubicBezTo>
                    <a:pt x="140970" y="304800"/>
                    <a:pt x="148590" y="300990"/>
                    <a:pt x="148590" y="300990"/>
                  </a:cubicBezTo>
                  <a:cubicBezTo>
                    <a:pt x="149860" y="300990"/>
                    <a:pt x="154940" y="300990"/>
                    <a:pt x="158750" y="300990"/>
                  </a:cubicBezTo>
                  <a:cubicBezTo>
                    <a:pt x="161290" y="299720"/>
                    <a:pt x="167640" y="299720"/>
                    <a:pt x="168910" y="299720"/>
                  </a:cubicBezTo>
                  <a:cubicBezTo>
                    <a:pt x="168910" y="299720"/>
                    <a:pt x="168910" y="299720"/>
                    <a:pt x="170180" y="299720"/>
                  </a:cubicBezTo>
                  <a:cubicBezTo>
                    <a:pt x="170180" y="298450"/>
                    <a:pt x="168910" y="293370"/>
                    <a:pt x="168910" y="293370"/>
                  </a:cubicBezTo>
                  <a:cubicBezTo>
                    <a:pt x="168910" y="293370"/>
                    <a:pt x="168910" y="287020"/>
                    <a:pt x="168910" y="283210"/>
                  </a:cubicBezTo>
                  <a:cubicBezTo>
                    <a:pt x="168910" y="279400"/>
                    <a:pt x="168910" y="273050"/>
                    <a:pt x="168910" y="273050"/>
                  </a:cubicBezTo>
                  <a:cubicBezTo>
                    <a:pt x="168910" y="273050"/>
                    <a:pt x="171450" y="266700"/>
                    <a:pt x="172720" y="262890"/>
                  </a:cubicBezTo>
                  <a:cubicBezTo>
                    <a:pt x="172720" y="259080"/>
                    <a:pt x="175260" y="252730"/>
                    <a:pt x="175260" y="252730"/>
                  </a:cubicBezTo>
                  <a:cubicBezTo>
                    <a:pt x="175260" y="252730"/>
                    <a:pt x="179070" y="246380"/>
                    <a:pt x="180340" y="243840"/>
                  </a:cubicBezTo>
                  <a:cubicBezTo>
                    <a:pt x="181610" y="241300"/>
                    <a:pt x="185420" y="234950"/>
                    <a:pt x="185420" y="234950"/>
                  </a:cubicBezTo>
                  <a:cubicBezTo>
                    <a:pt x="185420" y="234950"/>
                    <a:pt x="190500" y="229870"/>
                    <a:pt x="193040" y="227330"/>
                  </a:cubicBezTo>
                  <a:cubicBezTo>
                    <a:pt x="195580" y="224790"/>
                    <a:pt x="199390" y="219710"/>
                    <a:pt x="199390" y="219710"/>
                  </a:cubicBezTo>
                  <a:cubicBezTo>
                    <a:pt x="200660" y="219710"/>
                    <a:pt x="205740" y="215900"/>
                    <a:pt x="208280" y="214630"/>
                  </a:cubicBezTo>
                  <a:cubicBezTo>
                    <a:pt x="212090" y="212090"/>
                    <a:pt x="217170" y="208280"/>
                    <a:pt x="217170" y="208280"/>
                  </a:cubicBezTo>
                  <a:cubicBezTo>
                    <a:pt x="217170" y="208280"/>
                    <a:pt x="224790" y="205740"/>
                    <a:pt x="227330" y="205740"/>
                  </a:cubicBezTo>
                  <a:cubicBezTo>
                    <a:pt x="231140" y="204470"/>
                    <a:pt x="237490" y="201930"/>
                    <a:pt x="237490" y="201930"/>
                  </a:cubicBezTo>
                  <a:cubicBezTo>
                    <a:pt x="237490" y="201930"/>
                    <a:pt x="243840" y="200660"/>
                    <a:pt x="247650" y="200660"/>
                  </a:cubicBezTo>
                  <a:cubicBezTo>
                    <a:pt x="251460" y="200660"/>
                    <a:pt x="257810" y="200660"/>
                    <a:pt x="257810" y="200660"/>
                  </a:cubicBezTo>
                  <a:cubicBezTo>
                    <a:pt x="257810" y="200660"/>
                    <a:pt x="265430" y="200660"/>
                    <a:pt x="267970" y="201930"/>
                  </a:cubicBezTo>
                  <a:cubicBezTo>
                    <a:pt x="271780" y="201930"/>
                    <a:pt x="278130" y="203200"/>
                    <a:pt x="278130" y="203200"/>
                  </a:cubicBezTo>
                  <a:cubicBezTo>
                    <a:pt x="279400" y="203200"/>
                    <a:pt x="285750" y="205740"/>
                    <a:pt x="288290" y="207010"/>
                  </a:cubicBezTo>
                  <a:cubicBezTo>
                    <a:pt x="290830" y="208280"/>
                    <a:pt x="292100" y="210820"/>
                    <a:pt x="295910" y="210820"/>
                  </a:cubicBezTo>
                  <a:cubicBezTo>
                    <a:pt x="306070" y="213360"/>
                    <a:pt x="331470" y="209550"/>
                    <a:pt x="347980" y="210820"/>
                  </a:cubicBezTo>
                  <a:cubicBezTo>
                    <a:pt x="364490" y="212090"/>
                    <a:pt x="388620" y="218440"/>
                    <a:pt x="397510" y="219710"/>
                  </a:cubicBezTo>
                  <a:cubicBezTo>
                    <a:pt x="401320" y="219710"/>
                    <a:pt x="401320" y="219710"/>
                    <a:pt x="403860" y="219710"/>
                  </a:cubicBezTo>
                  <a:cubicBezTo>
                    <a:pt x="407670" y="219710"/>
                    <a:pt x="410210" y="222250"/>
                    <a:pt x="415290" y="222250"/>
                  </a:cubicBezTo>
                  <a:cubicBezTo>
                    <a:pt x="425450" y="224790"/>
                    <a:pt x="443230" y="226060"/>
                    <a:pt x="458470" y="229870"/>
                  </a:cubicBezTo>
                  <a:cubicBezTo>
                    <a:pt x="474980" y="233680"/>
                    <a:pt x="490220" y="241300"/>
                    <a:pt x="508000" y="245110"/>
                  </a:cubicBezTo>
                  <a:cubicBezTo>
                    <a:pt x="529590" y="251460"/>
                    <a:pt x="553720" y="256540"/>
                    <a:pt x="579120" y="260350"/>
                  </a:cubicBezTo>
                  <a:cubicBezTo>
                    <a:pt x="604520" y="264160"/>
                    <a:pt x="636270" y="262890"/>
                    <a:pt x="660400" y="269240"/>
                  </a:cubicBezTo>
                  <a:cubicBezTo>
                    <a:pt x="683260" y="275590"/>
                    <a:pt x="703580" y="290830"/>
                    <a:pt x="722630" y="297180"/>
                  </a:cubicBezTo>
                  <a:cubicBezTo>
                    <a:pt x="739140" y="303530"/>
                    <a:pt x="750570" y="306070"/>
                    <a:pt x="767080" y="308610"/>
                  </a:cubicBezTo>
                  <a:cubicBezTo>
                    <a:pt x="784860" y="312420"/>
                    <a:pt x="803910" y="313690"/>
                    <a:pt x="828040" y="317500"/>
                  </a:cubicBezTo>
                  <a:cubicBezTo>
                    <a:pt x="863600" y="322580"/>
                    <a:pt x="913130" y="331470"/>
                    <a:pt x="955040" y="341630"/>
                  </a:cubicBezTo>
                  <a:cubicBezTo>
                    <a:pt x="998220" y="351790"/>
                    <a:pt x="1043940" y="368300"/>
                    <a:pt x="1082040" y="377190"/>
                  </a:cubicBezTo>
                  <a:cubicBezTo>
                    <a:pt x="1112520" y="383540"/>
                    <a:pt x="1148080" y="389890"/>
                    <a:pt x="1163320" y="392430"/>
                  </a:cubicBezTo>
                  <a:cubicBezTo>
                    <a:pt x="1170940" y="393700"/>
                    <a:pt x="1173480" y="396240"/>
                    <a:pt x="1178560" y="393700"/>
                  </a:cubicBezTo>
                  <a:cubicBezTo>
                    <a:pt x="1191260" y="387350"/>
                    <a:pt x="1205230" y="346710"/>
                    <a:pt x="1228090" y="325120"/>
                  </a:cubicBezTo>
                  <a:cubicBezTo>
                    <a:pt x="1257300" y="297180"/>
                    <a:pt x="1309370" y="250190"/>
                    <a:pt x="1344930" y="248920"/>
                  </a:cubicBezTo>
                  <a:cubicBezTo>
                    <a:pt x="1375410" y="247650"/>
                    <a:pt x="1414780" y="297180"/>
                    <a:pt x="1430020" y="292100"/>
                  </a:cubicBezTo>
                  <a:cubicBezTo>
                    <a:pt x="1440180" y="288290"/>
                    <a:pt x="1438910" y="273050"/>
                    <a:pt x="1446530" y="259080"/>
                  </a:cubicBezTo>
                  <a:cubicBezTo>
                    <a:pt x="1460500" y="233680"/>
                    <a:pt x="1490980" y="184150"/>
                    <a:pt x="1513840" y="156210"/>
                  </a:cubicBezTo>
                  <a:cubicBezTo>
                    <a:pt x="1531620" y="132080"/>
                    <a:pt x="1546860" y="115570"/>
                    <a:pt x="1567180" y="96520"/>
                  </a:cubicBezTo>
                  <a:cubicBezTo>
                    <a:pt x="1588770" y="74930"/>
                    <a:pt x="1612900" y="49530"/>
                    <a:pt x="1642110" y="36830"/>
                  </a:cubicBezTo>
                  <a:cubicBezTo>
                    <a:pt x="1672590" y="22860"/>
                    <a:pt x="1725930" y="17780"/>
                    <a:pt x="1751330" y="19050"/>
                  </a:cubicBezTo>
                  <a:cubicBezTo>
                    <a:pt x="1765300" y="20320"/>
                    <a:pt x="1771650" y="29210"/>
                    <a:pt x="1783080" y="27940"/>
                  </a:cubicBezTo>
                  <a:cubicBezTo>
                    <a:pt x="1798320" y="25400"/>
                    <a:pt x="1814830" y="0"/>
                    <a:pt x="1832610" y="0"/>
                  </a:cubicBezTo>
                  <a:cubicBezTo>
                    <a:pt x="1855470" y="2540"/>
                    <a:pt x="1899920" y="43180"/>
                    <a:pt x="1908810" y="55880"/>
                  </a:cubicBezTo>
                  <a:cubicBezTo>
                    <a:pt x="1911350" y="60960"/>
                    <a:pt x="1908810" y="63500"/>
                    <a:pt x="1911350" y="67310"/>
                  </a:cubicBezTo>
                  <a:cubicBezTo>
                    <a:pt x="1916430" y="72390"/>
                    <a:pt x="1932940" y="71120"/>
                    <a:pt x="1945640" y="78740"/>
                  </a:cubicBezTo>
                  <a:cubicBezTo>
                    <a:pt x="1963420" y="88900"/>
                    <a:pt x="1982470" y="113030"/>
                    <a:pt x="2005330" y="130810"/>
                  </a:cubicBezTo>
                  <a:cubicBezTo>
                    <a:pt x="2033270" y="153670"/>
                    <a:pt x="2073910" y="173990"/>
                    <a:pt x="2101850" y="201930"/>
                  </a:cubicBezTo>
                  <a:cubicBezTo>
                    <a:pt x="2128520" y="228600"/>
                    <a:pt x="2147570" y="264160"/>
                    <a:pt x="2167890" y="292100"/>
                  </a:cubicBezTo>
                  <a:cubicBezTo>
                    <a:pt x="2186940" y="318770"/>
                    <a:pt x="2207260" y="336550"/>
                    <a:pt x="2221230" y="365760"/>
                  </a:cubicBezTo>
                  <a:cubicBezTo>
                    <a:pt x="2237740" y="400050"/>
                    <a:pt x="2249170" y="445770"/>
                    <a:pt x="2254250" y="485140"/>
                  </a:cubicBezTo>
                  <a:cubicBezTo>
                    <a:pt x="2259330" y="521970"/>
                    <a:pt x="2254250" y="556260"/>
                    <a:pt x="2251710" y="594360"/>
                  </a:cubicBezTo>
                  <a:cubicBezTo>
                    <a:pt x="2247900" y="638810"/>
                    <a:pt x="2245360" y="690880"/>
                    <a:pt x="2233930" y="736600"/>
                  </a:cubicBezTo>
                  <a:cubicBezTo>
                    <a:pt x="2221230" y="781050"/>
                    <a:pt x="2202180" y="822960"/>
                    <a:pt x="2180590" y="863600"/>
                  </a:cubicBezTo>
                  <a:cubicBezTo>
                    <a:pt x="2160270" y="902970"/>
                    <a:pt x="2133600" y="939800"/>
                    <a:pt x="2105660" y="976630"/>
                  </a:cubicBezTo>
                  <a:cubicBezTo>
                    <a:pt x="2077720" y="1013460"/>
                    <a:pt x="2043430" y="1051560"/>
                    <a:pt x="2015490" y="1082040"/>
                  </a:cubicBezTo>
                  <a:cubicBezTo>
                    <a:pt x="1992630" y="1106170"/>
                    <a:pt x="1969770" y="1131570"/>
                    <a:pt x="1953260" y="1145540"/>
                  </a:cubicBezTo>
                  <a:cubicBezTo>
                    <a:pt x="1944370" y="1153160"/>
                    <a:pt x="1930400" y="1159510"/>
                    <a:pt x="1930400" y="1162050"/>
                  </a:cubicBezTo>
                  <a:cubicBezTo>
                    <a:pt x="1930400" y="1163320"/>
                    <a:pt x="1931670" y="1162050"/>
                    <a:pt x="1932940" y="1163320"/>
                  </a:cubicBezTo>
                  <a:cubicBezTo>
                    <a:pt x="1935480" y="1165860"/>
                    <a:pt x="1943100" y="1170940"/>
                    <a:pt x="1948180" y="1174750"/>
                  </a:cubicBezTo>
                  <a:cubicBezTo>
                    <a:pt x="1951990" y="1179830"/>
                    <a:pt x="1955800" y="1184910"/>
                    <a:pt x="1959610" y="1189990"/>
                  </a:cubicBezTo>
                  <a:cubicBezTo>
                    <a:pt x="1962150" y="1195070"/>
                    <a:pt x="1964690" y="1201420"/>
                    <a:pt x="1967230" y="1206500"/>
                  </a:cubicBezTo>
                  <a:cubicBezTo>
                    <a:pt x="1968500" y="1212850"/>
                    <a:pt x="1969770" y="1219200"/>
                    <a:pt x="1971040" y="1225550"/>
                  </a:cubicBezTo>
                  <a:cubicBezTo>
                    <a:pt x="1971040" y="1231900"/>
                    <a:pt x="1971040" y="1238250"/>
                    <a:pt x="1969770" y="1244600"/>
                  </a:cubicBezTo>
                  <a:cubicBezTo>
                    <a:pt x="1968500" y="1249680"/>
                    <a:pt x="1965960" y="1256030"/>
                    <a:pt x="1963420" y="1262380"/>
                  </a:cubicBezTo>
                  <a:cubicBezTo>
                    <a:pt x="1960880" y="1267460"/>
                    <a:pt x="1958340" y="1273810"/>
                    <a:pt x="1954530" y="1277620"/>
                  </a:cubicBezTo>
                  <a:cubicBezTo>
                    <a:pt x="1950720" y="1282700"/>
                    <a:pt x="1945640" y="1287780"/>
                    <a:pt x="1940560" y="1291590"/>
                  </a:cubicBezTo>
                  <a:cubicBezTo>
                    <a:pt x="1936750" y="1295400"/>
                    <a:pt x="1930400" y="1299210"/>
                    <a:pt x="1925320" y="1301750"/>
                  </a:cubicBezTo>
                  <a:cubicBezTo>
                    <a:pt x="1918970" y="1304290"/>
                    <a:pt x="1912620" y="1305560"/>
                    <a:pt x="1907540" y="1306830"/>
                  </a:cubicBezTo>
                  <a:cubicBezTo>
                    <a:pt x="1901190" y="1308100"/>
                    <a:pt x="1894840" y="1308100"/>
                    <a:pt x="1888490" y="1308100"/>
                  </a:cubicBezTo>
                  <a:cubicBezTo>
                    <a:pt x="1882140" y="1308100"/>
                    <a:pt x="1875790" y="1306830"/>
                    <a:pt x="1869440" y="1304290"/>
                  </a:cubicBezTo>
                  <a:cubicBezTo>
                    <a:pt x="1864360" y="1303020"/>
                    <a:pt x="1852930" y="1296670"/>
                    <a:pt x="1852930" y="1296670"/>
                  </a:cubicBezTo>
                  <a:cubicBezTo>
                    <a:pt x="1852930" y="1296670"/>
                    <a:pt x="1802130" y="1266190"/>
                    <a:pt x="1794510" y="1262380"/>
                  </a:cubicBezTo>
                  <a:cubicBezTo>
                    <a:pt x="1793240" y="1261110"/>
                    <a:pt x="1793240" y="1261110"/>
                    <a:pt x="1790700" y="1261110"/>
                  </a:cubicBezTo>
                  <a:cubicBezTo>
                    <a:pt x="1785620" y="1261110"/>
                    <a:pt x="1771650" y="1277620"/>
                    <a:pt x="1755140" y="1287780"/>
                  </a:cubicBezTo>
                  <a:cubicBezTo>
                    <a:pt x="1725930" y="1303020"/>
                    <a:pt x="1670050" y="1325880"/>
                    <a:pt x="1628140" y="1339850"/>
                  </a:cubicBezTo>
                  <a:cubicBezTo>
                    <a:pt x="1587500" y="1353820"/>
                    <a:pt x="1546860" y="1369060"/>
                    <a:pt x="1507490" y="1372870"/>
                  </a:cubicBezTo>
                  <a:cubicBezTo>
                    <a:pt x="1471930" y="1377950"/>
                    <a:pt x="1436370" y="1374140"/>
                    <a:pt x="1403350" y="1371600"/>
                  </a:cubicBezTo>
                  <a:cubicBezTo>
                    <a:pt x="1374140" y="1369060"/>
                    <a:pt x="1346200" y="1369060"/>
                    <a:pt x="1319530" y="1358900"/>
                  </a:cubicBezTo>
                  <a:cubicBezTo>
                    <a:pt x="1291590" y="1348740"/>
                    <a:pt x="1253490" y="1309370"/>
                    <a:pt x="1240790" y="1308100"/>
                  </a:cubicBezTo>
                  <a:cubicBezTo>
                    <a:pt x="1236980" y="1308100"/>
                    <a:pt x="1231900" y="1311910"/>
                    <a:pt x="1231900" y="1311910"/>
                  </a:cubicBezTo>
                  <a:cubicBezTo>
                    <a:pt x="1231900" y="1311910"/>
                    <a:pt x="1225550" y="1311910"/>
                    <a:pt x="1221740" y="1311910"/>
                  </a:cubicBezTo>
                  <a:cubicBezTo>
                    <a:pt x="1219200" y="1313180"/>
                    <a:pt x="1212850" y="1313180"/>
                    <a:pt x="1211580" y="1313180"/>
                  </a:cubicBezTo>
                  <a:cubicBezTo>
                    <a:pt x="1211580" y="1313180"/>
                    <a:pt x="1186180" y="1313180"/>
                    <a:pt x="1169670" y="1313180"/>
                  </a:cubicBezTo>
                  <a:cubicBezTo>
                    <a:pt x="1145540" y="1311910"/>
                    <a:pt x="1102360" y="1313180"/>
                    <a:pt x="1080770" y="1310640"/>
                  </a:cubicBezTo>
                  <a:cubicBezTo>
                    <a:pt x="1070610" y="1309370"/>
                    <a:pt x="1066800" y="1306830"/>
                    <a:pt x="1056640" y="1305560"/>
                  </a:cubicBezTo>
                  <a:cubicBezTo>
                    <a:pt x="1037590" y="1304290"/>
                    <a:pt x="1004570" y="1306830"/>
                    <a:pt x="977900" y="1306830"/>
                  </a:cubicBezTo>
                  <a:cubicBezTo>
                    <a:pt x="948690" y="1308100"/>
                    <a:pt x="918210" y="1306830"/>
                    <a:pt x="889000" y="1306830"/>
                  </a:cubicBezTo>
                  <a:cubicBezTo>
                    <a:pt x="861060" y="1306830"/>
                    <a:pt x="833120" y="1306830"/>
                    <a:pt x="805180" y="1306830"/>
                  </a:cubicBezTo>
                  <a:cubicBezTo>
                    <a:pt x="778510" y="1306830"/>
                    <a:pt x="750570" y="1306830"/>
                    <a:pt x="723900" y="1306830"/>
                  </a:cubicBezTo>
                  <a:cubicBezTo>
                    <a:pt x="697230" y="1306830"/>
                    <a:pt x="670560" y="1306830"/>
                    <a:pt x="642620" y="1306830"/>
                  </a:cubicBezTo>
                  <a:cubicBezTo>
                    <a:pt x="610870" y="1306830"/>
                    <a:pt x="558800" y="1292860"/>
                    <a:pt x="543560" y="1306830"/>
                  </a:cubicBezTo>
                  <a:cubicBezTo>
                    <a:pt x="532130" y="1318260"/>
                    <a:pt x="548640" y="1346200"/>
                    <a:pt x="543560" y="1369060"/>
                  </a:cubicBezTo>
                  <a:cubicBezTo>
                    <a:pt x="535940" y="1403350"/>
                    <a:pt x="519430" y="1465580"/>
                    <a:pt x="491490" y="1488440"/>
                  </a:cubicBezTo>
                  <a:cubicBezTo>
                    <a:pt x="464820" y="1508760"/>
                    <a:pt x="415290" y="1511300"/>
                    <a:pt x="383540" y="1508760"/>
                  </a:cubicBezTo>
                  <a:cubicBezTo>
                    <a:pt x="355600" y="1506220"/>
                    <a:pt x="332740" y="1494790"/>
                    <a:pt x="307340" y="1480820"/>
                  </a:cubicBezTo>
                  <a:cubicBezTo>
                    <a:pt x="275590" y="1463040"/>
                    <a:pt x="236220" y="1438910"/>
                    <a:pt x="210820" y="1408430"/>
                  </a:cubicBezTo>
                  <a:cubicBezTo>
                    <a:pt x="184150" y="1376680"/>
                    <a:pt x="163830" y="1333500"/>
                    <a:pt x="151130" y="1291590"/>
                  </a:cubicBezTo>
                  <a:cubicBezTo>
                    <a:pt x="138430" y="1248410"/>
                    <a:pt x="139700" y="1201420"/>
                    <a:pt x="138430" y="1154430"/>
                  </a:cubicBezTo>
                  <a:cubicBezTo>
                    <a:pt x="135890" y="1107440"/>
                    <a:pt x="137160" y="1050290"/>
                    <a:pt x="142240" y="1009650"/>
                  </a:cubicBezTo>
                  <a:cubicBezTo>
                    <a:pt x="146050" y="981710"/>
                    <a:pt x="162560" y="949960"/>
                    <a:pt x="161290" y="937260"/>
                  </a:cubicBezTo>
                  <a:cubicBezTo>
                    <a:pt x="160020" y="932180"/>
                    <a:pt x="157480" y="933450"/>
                    <a:pt x="154940" y="928370"/>
                  </a:cubicBezTo>
                  <a:cubicBezTo>
                    <a:pt x="147320" y="913130"/>
                    <a:pt x="123190" y="859790"/>
                    <a:pt x="111760" y="826770"/>
                  </a:cubicBezTo>
                  <a:cubicBezTo>
                    <a:pt x="101600" y="795020"/>
                    <a:pt x="96520" y="764540"/>
                    <a:pt x="87630" y="732790"/>
                  </a:cubicBezTo>
                  <a:cubicBezTo>
                    <a:pt x="76200" y="697230"/>
                    <a:pt x="58420" y="659130"/>
                    <a:pt x="48260" y="621030"/>
                  </a:cubicBezTo>
                  <a:cubicBezTo>
                    <a:pt x="38100" y="582930"/>
                    <a:pt x="27940" y="521970"/>
                    <a:pt x="27940" y="504190"/>
                  </a:cubicBezTo>
                  <a:cubicBezTo>
                    <a:pt x="27940" y="499110"/>
                    <a:pt x="30480" y="496570"/>
                    <a:pt x="29210" y="494030"/>
                  </a:cubicBezTo>
                  <a:cubicBezTo>
                    <a:pt x="29210" y="491490"/>
                    <a:pt x="26670" y="488950"/>
                    <a:pt x="26670" y="488950"/>
                  </a:cubicBezTo>
                  <a:cubicBezTo>
                    <a:pt x="26670" y="487680"/>
                    <a:pt x="24130" y="482600"/>
                    <a:pt x="22860" y="480060"/>
                  </a:cubicBezTo>
                  <a:cubicBezTo>
                    <a:pt x="22860" y="476250"/>
                    <a:pt x="20320" y="471170"/>
                    <a:pt x="20320" y="471170"/>
                  </a:cubicBezTo>
                  <a:cubicBezTo>
                    <a:pt x="20320" y="471170"/>
                    <a:pt x="20320" y="464820"/>
                    <a:pt x="20320" y="461010"/>
                  </a:cubicBezTo>
                  <a:cubicBezTo>
                    <a:pt x="20320" y="458470"/>
                    <a:pt x="19050" y="452120"/>
                    <a:pt x="19050" y="452120"/>
                  </a:cubicBezTo>
                  <a:cubicBezTo>
                    <a:pt x="19050" y="452120"/>
                    <a:pt x="20320" y="445770"/>
                    <a:pt x="21590" y="443230"/>
                  </a:cubicBezTo>
                  <a:cubicBezTo>
                    <a:pt x="21590" y="440690"/>
                    <a:pt x="22860" y="434340"/>
                    <a:pt x="22860" y="434340"/>
                  </a:cubicBezTo>
                  <a:cubicBezTo>
                    <a:pt x="22860" y="434340"/>
                    <a:pt x="25400" y="427990"/>
                    <a:pt x="26670" y="425450"/>
                  </a:cubicBezTo>
                  <a:cubicBezTo>
                    <a:pt x="27940" y="422910"/>
                    <a:pt x="30480" y="420370"/>
                    <a:pt x="29210" y="419100"/>
                  </a:cubicBezTo>
                  <a:cubicBezTo>
                    <a:pt x="29210" y="416560"/>
                    <a:pt x="24130" y="415290"/>
                    <a:pt x="24130" y="415290"/>
                  </a:cubicBezTo>
                  <a:cubicBezTo>
                    <a:pt x="24130" y="414020"/>
                    <a:pt x="20320" y="408940"/>
                    <a:pt x="17780" y="406400"/>
                  </a:cubicBezTo>
                  <a:cubicBezTo>
                    <a:pt x="16510" y="403860"/>
                    <a:pt x="11430" y="398780"/>
                    <a:pt x="11430" y="398780"/>
                  </a:cubicBezTo>
                  <a:cubicBezTo>
                    <a:pt x="11430" y="398780"/>
                    <a:pt x="8890" y="392430"/>
                    <a:pt x="7620" y="389890"/>
                  </a:cubicBezTo>
                  <a:cubicBezTo>
                    <a:pt x="6350" y="386080"/>
                    <a:pt x="3810" y="381000"/>
                    <a:pt x="3810" y="381000"/>
                  </a:cubicBezTo>
                  <a:cubicBezTo>
                    <a:pt x="3810" y="381000"/>
                    <a:pt x="2540" y="373380"/>
                    <a:pt x="1270" y="370840"/>
                  </a:cubicBezTo>
                  <a:cubicBezTo>
                    <a:pt x="1270" y="367030"/>
                    <a:pt x="0" y="360680"/>
                    <a:pt x="0" y="360680"/>
                  </a:cubicBezTo>
                  <a:moveTo>
                    <a:pt x="302260" y="1223010"/>
                  </a:moveTo>
                  <a:cubicBezTo>
                    <a:pt x="306070" y="1229360"/>
                    <a:pt x="306070" y="1228090"/>
                    <a:pt x="306070" y="1228090"/>
                  </a:cubicBezTo>
                  <a:cubicBezTo>
                    <a:pt x="306070" y="1228090"/>
                    <a:pt x="306070" y="1221740"/>
                    <a:pt x="306070" y="1219200"/>
                  </a:cubicBezTo>
                  <a:cubicBezTo>
                    <a:pt x="306070" y="1215390"/>
                    <a:pt x="306070" y="1209040"/>
                    <a:pt x="306070" y="1209040"/>
                  </a:cubicBezTo>
                  <a:cubicBezTo>
                    <a:pt x="306070" y="1209040"/>
                    <a:pt x="307340" y="1202690"/>
                    <a:pt x="307340" y="1200150"/>
                  </a:cubicBezTo>
                  <a:cubicBezTo>
                    <a:pt x="308610" y="1197610"/>
                    <a:pt x="309880" y="1191260"/>
                    <a:pt x="309880" y="1191260"/>
                  </a:cubicBezTo>
                  <a:cubicBezTo>
                    <a:pt x="309880" y="1191260"/>
                    <a:pt x="313690" y="1184910"/>
                    <a:pt x="314960" y="1182370"/>
                  </a:cubicBezTo>
                  <a:cubicBezTo>
                    <a:pt x="316230" y="1179830"/>
                    <a:pt x="318770" y="1174750"/>
                    <a:pt x="318770" y="1174750"/>
                  </a:cubicBezTo>
                  <a:cubicBezTo>
                    <a:pt x="318770" y="1174750"/>
                    <a:pt x="322580" y="1169670"/>
                    <a:pt x="325120" y="1167130"/>
                  </a:cubicBezTo>
                  <a:cubicBezTo>
                    <a:pt x="327660" y="1164590"/>
                    <a:pt x="331470" y="1160780"/>
                    <a:pt x="331470" y="1160780"/>
                  </a:cubicBezTo>
                  <a:cubicBezTo>
                    <a:pt x="331470" y="1159510"/>
                    <a:pt x="336550" y="1156970"/>
                    <a:pt x="339090" y="1154430"/>
                  </a:cubicBezTo>
                  <a:cubicBezTo>
                    <a:pt x="341630" y="1153160"/>
                    <a:pt x="346710" y="1149350"/>
                    <a:pt x="346710" y="1149350"/>
                  </a:cubicBezTo>
                  <a:cubicBezTo>
                    <a:pt x="346710" y="1149350"/>
                    <a:pt x="353060" y="1146810"/>
                    <a:pt x="355600" y="1145540"/>
                  </a:cubicBezTo>
                  <a:cubicBezTo>
                    <a:pt x="356870" y="1145540"/>
                    <a:pt x="358140" y="1145540"/>
                    <a:pt x="359410" y="1144270"/>
                  </a:cubicBezTo>
                  <a:cubicBezTo>
                    <a:pt x="361950" y="1139190"/>
                    <a:pt x="349250" y="1098550"/>
                    <a:pt x="342900" y="1082040"/>
                  </a:cubicBezTo>
                  <a:cubicBezTo>
                    <a:pt x="337820" y="1070610"/>
                    <a:pt x="327660" y="1056640"/>
                    <a:pt x="325120" y="1055370"/>
                  </a:cubicBezTo>
                  <a:cubicBezTo>
                    <a:pt x="325120" y="1055370"/>
                    <a:pt x="323850" y="1056640"/>
                    <a:pt x="323850" y="1056640"/>
                  </a:cubicBezTo>
                  <a:cubicBezTo>
                    <a:pt x="323850" y="1056640"/>
                    <a:pt x="317500" y="1057910"/>
                    <a:pt x="314960" y="1059180"/>
                  </a:cubicBezTo>
                  <a:cubicBezTo>
                    <a:pt x="312420" y="1060450"/>
                    <a:pt x="309880" y="1059180"/>
                    <a:pt x="307340" y="1061720"/>
                  </a:cubicBezTo>
                  <a:cubicBezTo>
                    <a:pt x="304800" y="1065530"/>
                    <a:pt x="306070" y="1075690"/>
                    <a:pt x="306070" y="1088390"/>
                  </a:cubicBezTo>
                  <a:cubicBezTo>
                    <a:pt x="304800" y="1116330"/>
                    <a:pt x="302260" y="1223010"/>
                    <a:pt x="302260" y="1223010"/>
                  </a:cubicBezTo>
                  <a:moveTo>
                    <a:pt x="325120" y="1270000"/>
                  </a:moveTo>
                  <a:cubicBezTo>
                    <a:pt x="361950" y="1329690"/>
                    <a:pt x="421640" y="1356360"/>
                    <a:pt x="426720" y="1350010"/>
                  </a:cubicBezTo>
                  <a:cubicBezTo>
                    <a:pt x="431800" y="1346200"/>
                    <a:pt x="414020" y="1313180"/>
                    <a:pt x="403860" y="1304290"/>
                  </a:cubicBezTo>
                  <a:cubicBezTo>
                    <a:pt x="397510" y="1299210"/>
                    <a:pt x="388620" y="1297940"/>
                    <a:pt x="383540" y="1296670"/>
                  </a:cubicBezTo>
                  <a:cubicBezTo>
                    <a:pt x="379730" y="1296670"/>
                    <a:pt x="377190" y="1296670"/>
                    <a:pt x="374650" y="1295400"/>
                  </a:cubicBezTo>
                  <a:cubicBezTo>
                    <a:pt x="370840" y="1295400"/>
                    <a:pt x="364490" y="1295400"/>
                    <a:pt x="364490" y="1295400"/>
                  </a:cubicBezTo>
                  <a:cubicBezTo>
                    <a:pt x="364490" y="1295400"/>
                    <a:pt x="359410" y="1292860"/>
                    <a:pt x="355600" y="1291590"/>
                  </a:cubicBezTo>
                  <a:cubicBezTo>
                    <a:pt x="353060" y="1290320"/>
                    <a:pt x="346710" y="1287780"/>
                    <a:pt x="346710" y="1287780"/>
                  </a:cubicBezTo>
                  <a:cubicBezTo>
                    <a:pt x="346710" y="1287780"/>
                    <a:pt x="341630" y="1283970"/>
                    <a:pt x="339090" y="1282700"/>
                  </a:cubicBezTo>
                  <a:cubicBezTo>
                    <a:pt x="336550" y="1281430"/>
                    <a:pt x="331470" y="1277620"/>
                    <a:pt x="331470" y="1277620"/>
                  </a:cubicBezTo>
                  <a:cubicBezTo>
                    <a:pt x="331470" y="1277620"/>
                    <a:pt x="325120" y="1270000"/>
                    <a:pt x="325120" y="1270000"/>
                  </a:cubicBezTo>
                  <a:moveTo>
                    <a:pt x="330200" y="377190"/>
                  </a:moveTo>
                  <a:cubicBezTo>
                    <a:pt x="359410" y="389890"/>
                    <a:pt x="359410" y="382270"/>
                    <a:pt x="358140" y="379730"/>
                  </a:cubicBezTo>
                  <a:cubicBezTo>
                    <a:pt x="355600" y="375920"/>
                    <a:pt x="347980" y="374650"/>
                    <a:pt x="342900" y="373380"/>
                  </a:cubicBezTo>
                  <a:cubicBezTo>
                    <a:pt x="339090" y="373380"/>
                    <a:pt x="330200" y="377190"/>
                    <a:pt x="330200" y="377190"/>
                  </a:cubicBezTo>
                  <a:moveTo>
                    <a:pt x="530860" y="1131570"/>
                  </a:moveTo>
                  <a:cubicBezTo>
                    <a:pt x="591820" y="1130300"/>
                    <a:pt x="660400" y="1135380"/>
                    <a:pt x="661670" y="1130300"/>
                  </a:cubicBezTo>
                  <a:cubicBezTo>
                    <a:pt x="662940" y="1129030"/>
                    <a:pt x="660400" y="1129030"/>
                    <a:pt x="659130" y="1126490"/>
                  </a:cubicBezTo>
                  <a:cubicBezTo>
                    <a:pt x="652780" y="1118870"/>
                    <a:pt x="638810" y="1090930"/>
                    <a:pt x="622300" y="1079500"/>
                  </a:cubicBezTo>
                  <a:cubicBezTo>
                    <a:pt x="605790" y="1068070"/>
                    <a:pt x="574040" y="1065530"/>
                    <a:pt x="560070" y="1059180"/>
                  </a:cubicBezTo>
                  <a:cubicBezTo>
                    <a:pt x="551180" y="1056640"/>
                    <a:pt x="542290" y="1050290"/>
                    <a:pt x="541020" y="1051560"/>
                  </a:cubicBezTo>
                  <a:cubicBezTo>
                    <a:pt x="539750" y="1051560"/>
                    <a:pt x="543560" y="1057910"/>
                    <a:pt x="543560" y="1057910"/>
                  </a:cubicBezTo>
                  <a:cubicBezTo>
                    <a:pt x="543560" y="1057910"/>
                    <a:pt x="544830" y="1064260"/>
                    <a:pt x="544830" y="1066800"/>
                  </a:cubicBezTo>
                  <a:cubicBezTo>
                    <a:pt x="546100" y="1070610"/>
                    <a:pt x="547370" y="1076960"/>
                    <a:pt x="547370" y="1076960"/>
                  </a:cubicBezTo>
                  <a:cubicBezTo>
                    <a:pt x="547370" y="1076960"/>
                    <a:pt x="547370" y="1083310"/>
                    <a:pt x="547370" y="1087120"/>
                  </a:cubicBezTo>
                  <a:cubicBezTo>
                    <a:pt x="546100" y="1089660"/>
                    <a:pt x="546100" y="1096010"/>
                    <a:pt x="546100" y="1096010"/>
                  </a:cubicBezTo>
                  <a:cubicBezTo>
                    <a:pt x="546100" y="1096010"/>
                    <a:pt x="544830" y="1102360"/>
                    <a:pt x="543560" y="1106170"/>
                  </a:cubicBezTo>
                  <a:cubicBezTo>
                    <a:pt x="542290" y="1108710"/>
                    <a:pt x="541020" y="1115060"/>
                    <a:pt x="541020" y="1115060"/>
                  </a:cubicBezTo>
                  <a:cubicBezTo>
                    <a:pt x="541020" y="1115060"/>
                    <a:pt x="537210" y="1120140"/>
                    <a:pt x="535940" y="1123950"/>
                  </a:cubicBezTo>
                  <a:cubicBezTo>
                    <a:pt x="534670" y="1126490"/>
                    <a:pt x="530860" y="1131570"/>
                    <a:pt x="530860" y="1131570"/>
                  </a:cubicBezTo>
                  <a:moveTo>
                    <a:pt x="543560" y="420370"/>
                  </a:moveTo>
                  <a:cubicBezTo>
                    <a:pt x="548640" y="452120"/>
                    <a:pt x="560070" y="448310"/>
                    <a:pt x="566420" y="449580"/>
                  </a:cubicBezTo>
                  <a:cubicBezTo>
                    <a:pt x="570230" y="450850"/>
                    <a:pt x="572770" y="454660"/>
                    <a:pt x="577850" y="455930"/>
                  </a:cubicBezTo>
                  <a:cubicBezTo>
                    <a:pt x="584200" y="457200"/>
                    <a:pt x="599440" y="455930"/>
                    <a:pt x="601980" y="452120"/>
                  </a:cubicBezTo>
                  <a:cubicBezTo>
                    <a:pt x="603250" y="449580"/>
                    <a:pt x="600710" y="445770"/>
                    <a:pt x="599440" y="443230"/>
                  </a:cubicBezTo>
                  <a:cubicBezTo>
                    <a:pt x="599440" y="440690"/>
                    <a:pt x="599440" y="439420"/>
                    <a:pt x="598170" y="436880"/>
                  </a:cubicBezTo>
                  <a:cubicBezTo>
                    <a:pt x="593090" y="431800"/>
                    <a:pt x="543560" y="420370"/>
                    <a:pt x="543560" y="420370"/>
                  </a:cubicBezTo>
                  <a:moveTo>
                    <a:pt x="919480" y="1024890"/>
                  </a:moveTo>
                  <a:cubicBezTo>
                    <a:pt x="976630" y="1046480"/>
                    <a:pt x="976630" y="1040130"/>
                    <a:pt x="975360" y="1037590"/>
                  </a:cubicBezTo>
                  <a:cubicBezTo>
                    <a:pt x="972820" y="1035050"/>
                    <a:pt x="969010" y="1036320"/>
                    <a:pt x="965200" y="1035050"/>
                  </a:cubicBezTo>
                  <a:cubicBezTo>
                    <a:pt x="955040" y="1033780"/>
                    <a:pt x="919480" y="1024890"/>
                    <a:pt x="919480" y="1024890"/>
                  </a:cubicBezTo>
                  <a:moveTo>
                    <a:pt x="1018540" y="607060"/>
                  </a:moveTo>
                  <a:cubicBezTo>
                    <a:pt x="1024890" y="618490"/>
                    <a:pt x="1026160" y="629920"/>
                    <a:pt x="1031240" y="632460"/>
                  </a:cubicBezTo>
                  <a:cubicBezTo>
                    <a:pt x="1037590" y="636270"/>
                    <a:pt x="1054100" y="632460"/>
                    <a:pt x="1060450" y="627380"/>
                  </a:cubicBezTo>
                  <a:cubicBezTo>
                    <a:pt x="1064260" y="623570"/>
                    <a:pt x="1064260" y="610870"/>
                    <a:pt x="1065530" y="608330"/>
                  </a:cubicBezTo>
                  <a:cubicBezTo>
                    <a:pt x="1065530" y="607060"/>
                    <a:pt x="1057910" y="608330"/>
                    <a:pt x="1051560" y="608330"/>
                  </a:cubicBezTo>
                  <a:cubicBezTo>
                    <a:pt x="1042670" y="608330"/>
                    <a:pt x="1018540" y="607060"/>
                    <a:pt x="1018540" y="607060"/>
                  </a:cubicBezTo>
                  <a:moveTo>
                    <a:pt x="1305560" y="1140460"/>
                  </a:moveTo>
                  <a:cubicBezTo>
                    <a:pt x="1399540" y="1219200"/>
                    <a:pt x="1443990" y="1212850"/>
                    <a:pt x="1477010" y="1207770"/>
                  </a:cubicBezTo>
                  <a:cubicBezTo>
                    <a:pt x="1510030" y="1203960"/>
                    <a:pt x="1541780" y="1193800"/>
                    <a:pt x="1569720" y="1184910"/>
                  </a:cubicBezTo>
                  <a:cubicBezTo>
                    <a:pt x="1592580" y="1178560"/>
                    <a:pt x="1630680" y="1167130"/>
                    <a:pt x="1631950" y="1160780"/>
                  </a:cubicBezTo>
                  <a:cubicBezTo>
                    <a:pt x="1631950" y="1156970"/>
                    <a:pt x="1623060" y="1151890"/>
                    <a:pt x="1615440" y="1150620"/>
                  </a:cubicBezTo>
                  <a:cubicBezTo>
                    <a:pt x="1598930" y="1148080"/>
                    <a:pt x="1560830" y="1168400"/>
                    <a:pt x="1532890" y="1170940"/>
                  </a:cubicBezTo>
                  <a:cubicBezTo>
                    <a:pt x="1507490" y="1173480"/>
                    <a:pt x="1483360" y="1169670"/>
                    <a:pt x="1455420" y="1168400"/>
                  </a:cubicBezTo>
                  <a:cubicBezTo>
                    <a:pt x="1424940" y="1165860"/>
                    <a:pt x="1385570" y="1165860"/>
                    <a:pt x="1357630" y="1159510"/>
                  </a:cubicBezTo>
                  <a:cubicBezTo>
                    <a:pt x="1337310" y="1154430"/>
                    <a:pt x="1305560" y="1140460"/>
                    <a:pt x="1305560" y="1140460"/>
                  </a:cubicBezTo>
                  <a:moveTo>
                    <a:pt x="1346200" y="426720"/>
                  </a:moveTo>
                  <a:cubicBezTo>
                    <a:pt x="1352550" y="426720"/>
                    <a:pt x="1355090" y="426720"/>
                    <a:pt x="1355090" y="426720"/>
                  </a:cubicBezTo>
                  <a:cubicBezTo>
                    <a:pt x="1355090" y="425450"/>
                    <a:pt x="1351280" y="420370"/>
                    <a:pt x="1350010" y="420370"/>
                  </a:cubicBezTo>
                  <a:cubicBezTo>
                    <a:pt x="1348740" y="420370"/>
                    <a:pt x="1346200" y="426720"/>
                    <a:pt x="1346200" y="426720"/>
                  </a:cubicBezTo>
                  <a:moveTo>
                    <a:pt x="1527810" y="707390"/>
                  </a:moveTo>
                  <a:cubicBezTo>
                    <a:pt x="1581150" y="709930"/>
                    <a:pt x="1581150" y="709930"/>
                    <a:pt x="1581150" y="709930"/>
                  </a:cubicBezTo>
                  <a:cubicBezTo>
                    <a:pt x="1579880" y="709930"/>
                    <a:pt x="1573530" y="701040"/>
                    <a:pt x="1573530" y="698500"/>
                  </a:cubicBezTo>
                  <a:cubicBezTo>
                    <a:pt x="1572260" y="698500"/>
                    <a:pt x="1572260" y="698500"/>
                    <a:pt x="1572260" y="698500"/>
                  </a:cubicBezTo>
                  <a:cubicBezTo>
                    <a:pt x="1570990" y="697230"/>
                    <a:pt x="1567180" y="698500"/>
                    <a:pt x="1563370" y="698500"/>
                  </a:cubicBezTo>
                  <a:cubicBezTo>
                    <a:pt x="1557020" y="699770"/>
                    <a:pt x="1535430" y="697230"/>
                    <a:pt x="1530350" y="701040"/>
                  </a:cubicBezTo>
                  <a:cubicBezTo>
                    <a:pt x="1527810" y="702310"/>
                    <a:pt x="1527810" y="707390"/>
                    <a:pt x="1527810" y="707390"/>
                  </a:cubicBezTo>
                  <a:moveTo>
                    <a:pt x="1629410" y="477520"/>
                  </a:moveTo>
                  <a:cubicBezTo>
                    <a:pt x="1631950" y="478790"/>
                    <a:pt x="1631950" y="474980"/>
                    <a:pt x="1631950" y="474980"/>
                  </a:cubicBezTo>
                  <a:cubicBezTo>
                    <a:pt x="1631950" y="474980"/>
                    <a:pt x="1629410" y="477520"/>
                    <a:pt x="1629410" y="477520"/>
                  </a:cubicBezTo>
                  <a:moveTo>
                    <a:pt x="1868170" y="999490"/>
                  </a:moveTo>
                  <a:cubicBezTo>
                    <a:pt x="1911350" y="960120"/>
                    <a:pt x="1938020" y="930910"/>
                    <a:pt x="1938020" y="928370"/>
                  </a:cubicBezTo>
                  <a:cubicBezTo>
                    <a:pt x="1938020" y="928370"/>
                    <a:pt x="1936750" y="928370"/>
                    <a:pt x="1935480" y="929640"/>
                  </a:cubicBezTo>
                  <a:cubicBezTo>
                    <a:pt x="1934210" y="929640"/>
                    <a:pt x="1932940" y="930910"/>
                    <a:pt x="1931670" y="930910"/>
                  </a:cubicBezTo>
                  <a:cubicBezTo>
                    <a:pt x="1929130" y="930910"/>
                    <a:pt x="1925320" y="930910"/>
                    <a:pt x="1921510" y="930910"/>
                  </a:cubicBezTo>
                  <a:cubicBezTo>
                    <a:pt x="1918970" y="932180"/>
                    <a:pt x="1916430" y="932180"/>
                    <a:pt x="1912620" y="932180"/>
                  </a:cubicBezTo>
                  <a:cubicBezTo>
                    <a:pt x="1903730" y="933450"/>
                    <a:pt x="1875790" y="932180"/>
                    <a:pt x="1873250" y="932180"/>
                  </a:cubicBezTo>
                  <a:cubicBezTo>
                    <a:pt x="1873250" y="932180"/>
                    <a:pt x="1873250" y="932180"/>
                    <a:pt x="1871980" y="932180"/>
                  </a:cubicBezTo>
                  <a:cubicBezTo>
                    <a:pt x="1871980" y="933450"/>
                    <a:pt x="1873250" y="939800"/>
                    <a:pt x="1873250" y="946150"/>
                  </a:cubicBezTo>
                  <a:cubicBezTo>
                    <a:pt x="1871980" y="957580"/>
                    <a:pt x="1868170" y="999490"/>
                    <a:pt x="1868170" y="999490"/>
                  </a:cubicBezTo>
                  <a:moveTo>
                    <a:pt x="1869440" y="621030"/>
                  </a:moveTo>
                  <a:cubicBezTo>
                    <a:pt x="1870710" y="650240"/>
                    <a:pt x="1870710" y="702310"/>
                    <a:pt x="1870710" y="726440"/>
                  </a:cubicBezTo>
                  <a:cubicBezTo>
                    <a:pt x="1871980" y="740410"/>
                    <a:pt x="1865630" y="755650"/>
                    <a:pt x="1871980" y="762000"/>
                  </a:cubicBezTo>
                  <a:cubicBezTo>
                    <a:pt x="1878330" y="768350"/>
                    <a:pt x="1903730" y="760730"/>
                    <a:pt x="1912620" y="762000"/>
                  </a:cubicBezTo>
                  <a:cubicBezTo>
                    <a:pt x="1917700" y="762000"/>
                    <a:pt x="1918970" y="763270"/>
                    <a:pt x="1922780" y="763270"/>
                  </a:cubicBezTo>
                  <a:cubicBezTo>
                    <a:pt x="1925320" y="763270"/>
                    <a:pt x="1929130" y="763270"/>
                    <a:pt x="1931670" y="764540"/>
                  </a:cubicBezTo>
                  <a:cubicBezTo>
                    <a:pt x="1932940" y="764540"/>
                    <a:pt x="1934210" y="765810"/>
                    <a:pt x="1935480" y="765810"/>
                  </a:cubicBezTo>
                  <a:cubicBezTo>
                    <a:pt x="1936750" y="765810"/>
                    <a:pt x="1938020" y="765810"/>
                    <a:pt x="1940560" y="765810"/>
                  </a:cubicBezTo>
                  <a:cubicBezTo>
                    <a:pt x="1943100" y="767080"/>
                    <a:pt x="1945640" y="769620"/>
                    <a:pt x="1948180" y="770890"/>
                  </a:cubicBezTo>
                  <a:cubicBezTo>
                    <a:pt x="1950720" y="772160"/>
                    <a:pt x="1954530" y="773430"/>
                    <a:pt x="1957070" y="774700"/>
                  </a:cubicBezTo>
                  <a:cubicBezTo>
                    <a:pt x="1958340" y="774700"/>
                    <a:pt x="1959610" y="775970"/>
                    <a:pt x="1960880" y="777240"/>
                  </a:cubicBezTo>
                  <a:cubicBezTo>
                    <a:pt x="1962150" y="778510"/>
                    <a:pt x="1963420" y="778510"/>
                    <a:pt x="1964690" y="779780"/>
                  </a:cubicBezTo>
                  <a:cubicBezTo>
                    <a:pt x="1967230" y="781050"/>
                    <a:pt x="1968500" y="783590"/>
                    <a:pt x="1971040" y="786130"/>
                  </a:cubicBezTo>
                  <a:cubicBezTo>
                    <a:pt x="1973580" y="788670"/>
                    <a:pt x="1976120" y="789940"/>
                    <a:pt x="1978660" y="792480"/>
                  </a:cubicBezTo>
                  <a:cubicBezTo>
                    <a:pt x="1979930" y="793750"/>
                    <a:pt x="1979930" y="795020"/>
                    <a:pt x="1979930" y="796290"/>
                  </a:cubicBezTo>
                  <a:cubicBezTo>
                    <a:pt x="1981200" y="797560"/>
                    <a:pt x="1982470" y="797560"/>
                    <a:pt x="1983740" y="800100"/>
                  </a:cubicBezTo>
                  <a:cubicBezTo>
                    <a:pt x="1985010" y="801370"/>
                    <a:pt x="1986280" y="805180"/>
                    <a:pt x="1987550" y="807720"/>
                  </a:cubicBezTo>
                  <a:cubicBezTo>
                    <a:pt x="1988820" y="810260"/>
                    <a:pt x="1991360" y="814070"/>
                    <a:pt x="1992630" y="815340"/>
                  </a:cubicBezTo>
                  <a:cubicBezTo>
                    <a:pt x="1992630" y="817880"/>
                    <a:pt x="1992630" y="819150"/>
                    <a:pt x="1993900" y="820420"/>
                  </a:cubicBezTo>
                  <a:cubicBezTo>
                    <a:pt x="1993900" y="821690"/>
                    <a:pt x="1995170" y="822960"/>
                    <a:pt x="1995170" y="824230"/>
                  </a:cubicBezTo>
                  <a:cubicBezTo>
                    <a:pt x="1996440" y="826770"/>
                    <a:pt x="1996440" y="830580"/>
                    <a:pt x="1996440" y="834390"/>
                  </a:cubicBezTo>
                  <a:cubicBezTo>
                    <a:pt x="1996440" y="836930"/>
                    <a:pt x="1997710" y="840740"/>
                    <a:pt x="1997710" y="843280"/>
                  </a:cubicBezTo>
                  <a:cubicBezTo>
                    <a:pt x="1998980" y="844550"/>
                    <a:pt x="1997710" y="845820"/>
                    <a:pt x="1997710" y="847090"/>
                  </a:cubicBezTo>
                  <a:cubicBezTo>
                    <a:pt x="1997710" y="848360"/>
                    <a:pt x="1997710" y="850900"/>
                    <a:pt x="1997710" y="852170"/>
                  </a:cubicBezTo>
                  <a:cubicBezTo>
                    <a:pt x="1998980" y="853440"/>
                    <a:pt x="2032000" y="807720"/>
                    <a:pt x="2045970" y="781050"/>
                  </a:cubicBezTo>
                  <a:cubicBezTo>
                    <a:pt x="2061210" y="751840"/>
                    <a:pt x="2076450" y="715010"/>
                    <a:pt x="2084070" y="681990"/>
                  </a:cubicBezTo>
                  <a:cubicBezTo>
                    <a:pt x="2091690" y="648970"/>
                    <a:pt x="2091690" y="617220"/>
                    <a:pt x="2092960" y="584200"/>
                  </a:cubicBezTo>
                  <a:cubicBezTo>
                    <a:pt x="2094230" y="551180"/>
                    <a:pt x="2103120" y="516890"/>
                    <a:pt x="2094230" y="485140"/>
                  </a:cubicBezTo>
                  <a:cubicBezTo>
                    <a:pt x="2086610" y="452120"/>
                    <a:pt x="2061210" y="421640"/>
                    <a:pt x="2042160" y="392430"/>
                  </a:cubicBezTo>
                  <a:cubicBezTo>
                    <a:pt x="2023110" y="361950"/>
                    <a:pt x="2000250" y="327660"/>
                    <a:pt x="1978660" y="306070"/>
                  </a:cubicBezTo>
                  <a:cubicBezTo>
                    <a:pt x="1962150" y="289560"/>
                    <a:pt x="1939290" y="264160"/>
                    <a:pt x="1926590" y="269240"/>
                  </a:cubicBezTo>
                  <a:cubicBezTo>
                    <a:pt x="1908810" y="276860"/>
                    <a:pt x="1911350" y="368300"/>
                    <a:pt x="1906270" y="410210"/>
                  </a:cubicBezTo>
                  <a:cubicBezTo>
                    <a:pt x="1901190" y="443230"/>
                    <a:pt x="1901190" y="472440"/>
                    <a:pt x="1894840" y="500380"/>
                  </a:cubicBezTo>
                  <a:cubicBezTo>
                    <a:pt x="1889760" y="523240"/>
                    <a:pt x="1878330" y="546100"/>
                    <a:pt x="1874520" y="561340"/>
                  </a:cubicBezTo>
                  <a:cubicBezTo>
                    <a:pt x="1873250" y="571500"/>
                    <a:pt x="1874520" y="579120"/>
                    <a:pt x="1873250" y="585470"/>
                  </a:cubicBezTo>
                  <a:cubicBezTo>
                    <a:pt x="1873250" y="590550"/>
                    <a:pt x="1871980" y="595630"/>
                    <a:pt x="1870710" y="598170"/>
                  </a:cubicBezTo>
                  <a:cubicBezTo>
                    <a:pt x="1870710" y="600710"/>
                    <a:pt x="1871980" y="600710"/>
                    <a:pt x="1871980" y="603250"/>
                  </a:cubicBezTo>
                  <a:cubicBezTo>
                    <a:pt x="1871980" y="605790"/>
                    <a:pt x="1871980" y="612140"/>
                    <a:pt x="1871980" y="612140"/>
                  </a:cubicBezTo>
                  <a:cubicBezTo>
                    <a:pt x="1871980" y="612140"/>
                    <a:pt x="1869440" y="621030"/>
                    <a:pt x="1869440" y="621030"/>
                  </a:cubicBezTo>
                </a:path>
              </a:pathLst>
            </a:custGeom>
            <a:solidFill>
              <a:srgbClr val="FFFFFF"/>
            </a:solidFill>
            <a:ln cap="sq">
              <a:noFill/>
              <a:prstDash val="solid"/>
              <a:miter/>
            </a:ln>
          </p:spPr>
        </p:sp>
      </p:grpSp>
      <p:grpSp>
        <p:nvGrpSpPr>
          <p:cNvPr id="42" name="Group 42"/>
          <p:cNvGrpSpPr/>
          <p:nvPr/>
        </p:nvGrpSpPr>
        <p:grpSpPr>
          <a:xfrm>
            <a:off x="11462385" y="-154305"/>
            <a:ext cx="1764030" cy="1324927"/>
            <a:chOff x="0" y="0"/>
            <a:chExt cx="2352040" cy="1766570"/>
          </a:xfrm>
        </p:grpSpPr>
        <p:sp>
          <p:nvSpPr>
            <p:cNvPr id="43" name="Freeform 43"/>
            <p:cNvSpPr/>
            <p:nvPr/>
          </p:nvSpPr>
          <p:spPr>
            <a:xfrm>
              <a:off x="40640" y="46990"/>
              <a:ext cx="2265680" cy="1670050"/>
            </a:xfrm>
            <a:custGeom>
              <a:avLst/>
              <a:gdLst/>
              <a:ahLst/>
              <a:cxnLst/>
              <a:rect l="l" t="t" r="r" b="b"/>
              <a:pathLst>
                <a:path w="2265680" h="1670050">
                  <a:moveTo>
                    <a:pt x="1751330" y="532130"/>
                  </a:moveTo>
                  <a:cubicBezTo>
                    <a:pt x="1672590" y="577850"/>
                    <a:pt x="1762760" y="770890"/>
                    <a:pt x="1738630" y="817880"/>
                  </a:cubicBezTo>
                  <a:cubicBezTo>
                    <a:pt x="1724660" y="842010"/>
                    <a:pt x="1676400" y="861060"/>
                    <a:pt x="1663700" y="852170"/>
                  </a:cubicBezTo>
                  <a:cubicBezTo>
                    <a:pt x="1645920" y="839470"/>
                    <a:pt x="1686560" y="741680"/>
                    <a:pt x="1691640" y="679450"/>
                  </a:cubicBezTo>
                  <a:cubicBezTo>
                    <a:pt x="1697990" y="605790"/>
                    <a:pt x="1699260" y="519430"/>
                    <a:pt x="1694180" y="439420"/>
                  </a:cubicBezTo>
                  <a:cubicBezTo>
                    <a:pt x="1689100" y="360680"/>
                    <a:pt x="1648460" y="255270"/>
                    <a:pt x="1661160" y="204470"/>
                  </a:cubicBezTo>
                  <a:cubicBezTo>
                    <a:pt x="1668780" y="175260"/>
                    <a:pt x="1686560" y="153670"/>
                    <a:pt x="1706880" y="143510"/>
                  </a:cubicBezTo>
                  <a:cubicBezTo>
                    <a:pt x="1727200" y="134620"/>
                    <a:pt x="1764030" y="138430"/>
                    <a:pt x="1783080" y="147320"/>
                  </a:cubicBezTo>
                  <a:cubicBezTo>
                    <a:pt x="1799590" y="156210"/>
                    <a:pt x="1811020" y="171450"/>
                    <a:pt x="1818640" y="193040"/>
                  </a:cubicBezTo>
                  <a:cubicBezTo>
                    <a:pt x="1832610" y="232410"/>
                    <a:pt x="1814830" y="308610"/>
                    <a:pt x="1817370" y="375920"/>
                  </a:cubicBezTo>
                  <a:cubicBezTo>
                    <a:pt x="1821180" y="457200"/>
                    <a:pt x="1822450" y="551180"/>
                    <a:pt x="1842770" y="648970"/>
                  </a:cubicBezTo>
                  <a:cubicBezTo>
                    <a:pt x="1866900" y="768350"/>
                    <a:pt x="1992630" y="971550"/>
                    <a:pt x="1971040" y="1033780"/>
                  </a:cubicBezTo>
                  <a:cubicBezTo>
                    <a:pt x="1962150" y="1060450"/>
                    <a:pt x="1922780" y="1085850"/>
                    <a:pt x="1907540" y="1078230"/>
                  </a:cubicBezTo>
                  <a:cubicBezTo>
                    <a:pt x="1852930" y="1049020"/>
                    <a:pt x="1913890" y="356870"/>
                    <a:pt x="1924050" y="212090"/>
                  </a:cubicBezTo>
                  <a:cubicBezTo>
                    <a:pt x="1927860" y="162560"/>
                    <a:pt x="1934210" y="114300"/>
                    <a:pt x="1935480" y="114300"/>
                  </a:cubicBezTo>
                  <a:cubicBezTo>
                    <a:pt x="1936750" y="114300"/>
                    <a:pt x="1939290" y="204470"/>
                    <a:pt x="1934210" y="205740"/>
                  </a:cubicBezTo>
                  <a:cubicBezTo>
                    <a:pt x="1931670" y="205740"/>
                    <a:pt x="1916430" y="171450"/>
                    <a:pt x="1917700" y="153670"/>
                  </a:cubicBezTo>
                  <a:cubicBezTo>
                    <a:pt x="1920240" y="134620"/>
                    <a:pt x="1935480" y="104140"/>
                    <a:pt x="1953260" y="92710"/>
                  </a:cubicBezTo>
                  <a:cubicBezTo>
                    <a:pt x="1971040" y="82550"/>
                    <a:pt x="2006600" y="82550"/>
                    <a:pt x="2023110" y="87630"/>
                  </a:cubicBezTo>
                  <a:cubicBezTo>
                    <a:pt x="2035810" y="91440"/>
                    <a:pt x="2043430" y="99060"/>
                    <a:pt x="2052320" y="110490"/>
                  </a:cubicBezTo>
                  <a:cubicBezTo>
                    <a:pt x="2067560" y="128270"/>
                    <a:pt x="2078990" y="156210"/>
                    <a:pt x="2096770" y="193040"/>
                  </a:cubicBezTo>
                  <a:cubicBezTo>
                    <a:pt x="2128520" y="260350"/>
                    <a:pt x="2192020" y="400050"/>
                    <a:pt x="2218690" y="488950"/>
                  </a:cubicBezTo>
                  <a:cubicBezTo>
                    <a:pt x="2240280" y="557530"/>
                    <a:pt x="2255520" y="631190"/>
                    <a:pt x="2260600" y="676910"/>
                  </a:cubicBezTo>
                  <a:cubicBezTo>
                    <a:pt x="2263140" y="703580"/>
                    <a:pt x="2265680" y="721360"/>
                    <a:pt x="2259330" y="740410"/>
                  </a:cubicBezTo>
                  <a:cubicBezTo>
                    <a:pt x="2254250" y="758190"/>
                    <a:pt x="2240280" y="778510"/>
                    <a:pt x="2227580" y="788670"/>
                  </a:cubicBezTo>
                  <a:cubicBezTo>
                    <a:pt x="2217420" y="797560"/>
                    <a:pt x="2204720" y="801370"/>
                    <a:pt x="2192020" y="803910"/>
                  </a:cubicBezTo>
                  <a:cubicBezTo>
                    <a:pt x="2179320" y="805180"/>
                    <a:pt x="2165350" y="805180"/>
                    <a:pt x="2152650" y="800100"/>
                  </a:cubicBezTo>
                  <a:cubicBezTo>
                    <a:pt x="2137410" y="792480"/>
                    <a:pt x="2123440" y="783590"/>
                    <a:pt x="2108200" y="762000"/>
                  </a:cubicBezTo>
                  <a:cubicBezTo>
                    <a:pt x="2071370" y="712470"/>
                    <a:pt x="2023110" y="566420"/>
                    <a:pt x="1986280" y="466090"/>
                  </a:cubicBezTo>
                  <a:cubicBezTo>
                    <a:pt x="1950720" y="367030"/>
                    <a:pt x="1901190" y="218440"/>
                    <a:pt x="1889760" y="165100"/>
                  </a:cubicBezTo>
                  <a:cubicBezTo>
                    <a:pt x="1885950" y="147320"/>
                    <a:pt x="1883410" y="140970"/>
                    <a:pt x="1887220" y="128270"/>
                  </a:cubicBezTo>
                  <a:cubicBezTo>
                    <a:pt x="1889760" y="111760"/>
                    <a:pt x="1899920" y="90170"/>
                    <a:pt x="1913890" y="80010"/>
                  </a:cubicBezTo>
                  <a:cubicBezTo>
                    <a:pt x="1931670" y="67310"/>
                    <a:pt x="1965960" y="58420"/>
                    <a:pt x="1986280" y="64770"/>
                  </a:cubicBezTo>
                  <a:cubicBezTo>
                    <a:pt x="2006600" y="69850"/>
                    <a:pt x="2035810" y="95250"/>
                    <a:pt x="2039620" y="114300"/>
                  </a:cubicBezTo>
                  <a:cubicBezTo>
                    <a:pt x="2043430" y="135890"/>
                    <a:pt x="2009140" y="163830"/>
                    <a:pt x="2004060" y="191770"/>
                  </a:cubicBezTo>
                  <a:cubicBezTo>
                    <a:pt x="1997710" y="219710"/>
                    <a:pt x="2007870" y="243840"/>
                    <a:pt x="2005330" y="280670"/>
                  </a:cubicBezTo>
                  <a:cubicBezTo>
                    <a:pt x="2001520" y="344170"/>
                    <a:pt x="1976120" y="433070"/>
                    <a:pt x="1964690" y="537210"/>
                  </a:cubicBezTo>
                  <a:cubicBezTo>
                    <a:pt x="1944370" y="699770"/>
                    <a:pt x="1927860" y="1085850"/>
                    <a:pt x="1915160" y="1165860"/>
                  </a:cubicBezTo>
                  <a:cubicBezTo>
                    <a:pt x="1911350" y="1186180"/>
                    <a:pt x="1912620" y="1191260"/>
                    <a:pt x="1905000" y="1201420"/>
                  </a:cubicBezTo>
                  <a:cubicBezTo>
                    <a:pt x="1897380" y="1215390"/>
                    <a:pt x="1878330" y="1231900"/>
                    <a:pt x="1863090" y="1236980"/>
                  </a:cubicBezTo>
                  <a:cubicBezTo>
                    <a:pt x="1851660" y="1242060"/>
                    <a:pt x="1838960" y="1243330"/>
                    <a:pt x="1826260" y="1240790"/>
                  </a:cubicBezTo>
                  <a:cubicBezTo>
                    <a:pt x="1811020" y="1238250"/>
                    <a:pt x="1793240" y="1234440"/>
                    <a:pt x="1779270" y="1215390"/>
                  </a:cubicBezTo>
                  <a:cubicBezTo>
                    <a:pt x="1736090" y="1158240"/>
                    <a:pt x="1705610" y="901700"/>
                    <a:pt x="1685290" y="775970"/>
                  </a:cubicBezTo>
                  <a:cubicBezTo>
                    <a:pt x="1670050" y="681990"/>
                    <a:pt x="1673860" y="623570"/>
                    <a:pt x="1658620" y="528320"/>
                  </a:cubicBezTo>
                  <a:cubicBezTo>
                    <a:pt x="1639570" y="401320"/>
                    <a:pt x="1563370" y="153670"/>
                    <a:pt x="1567180" y="80010"/>
                  </a:cubicBezTo>
                  <a:cubicBezTo>
                    <a:pt x="1568450" y="54610"/>
                    <a:pt x="1573530" y="43180"/>
                    <a:pt x="1583690" y="30480"/>
                  </a:cubicBezTo>
                  <a:cubicBezTo>
                    <a:pt x="1593850" y="17780"/>
                    <a:pt x="1612900" y="7620"/>
                    <a:pt x="1628140" y="3810"/>
                  </a:cubicBezTo>
                  <a:cubicBezTo>
                    <a:pt x="1639570" y="1270"/>
                    <a:pt x="1651000" y="1270"/>
                    <a:pt x="1662430" y="6350"/>
                  </a:cubicBezTo>
                  <a:cubicBezTo>
                    <a:pt x="1678940" y="13970"/>
                    <a:pt x="1699260" y="26670"/>
                    <a:pt x="1710690" y="55880"/>
                  </a:cubicBezTo>
                  <a:cubicBezTo>
                    <a:pt x="1741170" y="130810"/>
                    <a:pt x="1699260" y="375920"/>
                    <a:pt x="1717040" y="535940"/>
                  </a:cubicBezTo>
                  <a:cubicBezTo>
                    <a:pt x="1734820" y="695960"/>
                    <a:pt x="1788160" y="891540"/>
                    <a:pt x="1817370" y="1013460"/>
                  </a:cubicBezTo>
                  <a:cubicBezTo>
                    <a:pt x="1835150" y="1090930"/>
                    <a:pt x="1845310" y="1144270"/>
                    <a:pt x="1866900" y="1200150"/>
                  </a:cubicBezTo>
                  <a:cubicBezTo>
                    <a:pt x="1884680" y="1249680"/>
                    <a:pt x="1926590" y="1301750"/>
                    <a:pt x="1934210" y="1332230"/>
                  </a:cubicBezTo>
                  <a:cubicBezTo>
                    <a:pt x="1939290" y="1346200"/>
                    <a:pt x="1939290" y="1355090"/>
                    <a:pt x="1936750" y="1366520"/>
                  </a:cubicBezTo>
                  <a:cubicBezTo>
                    <a:pt x="1935480" y="1377950"/>
                    <a:pt x="1931670" y="1389380"/>
                    <a:pt x="1922780" y="1398270"/>
                  </a:cubicBezTo>
                  <a:cubicBezTo>
                    <a:pt x="1913890" y="1408430"/>
                    <a:pt x="1894840" y="1421130"/>
                    <a:pt x="1879600" y="1424940"/>
                  </a:cubicBezTo>
                  <a:cubicBezTo>
                    <a:pt x="1864360" y="1427480"/>
                    <a:pt x="1842770" y="1423670"/>
                    <a:pt x="1830070" y="1416050"/>
                  </a:cubicBezTo>
                  <a:cubicBezTo>
                    <a:pt x="1816100" y="1407160"/>
                    <a:pt x="1804670" y="1398270"/>
                    <a:pt x="1798320" y="1375410"/>
                  </a:cubicBezTo>
                  <a:cubicBezTo>
                    <a:pt x="1774190" y="1301750"/>
                    <a:pt x="1824990" y="969010"/>
                    <a:pt x="1822450" y="853440"/>
                  </a:cubicBezTo>
                  <a:cubicBezTo>
                    <a:pt x="1821180" y="796290"/>
                    <a:pt x="1819910" y="770890"/>
                    <a:pt x="1811020" y="723900"/>
                  </a:cubicBezTo>
                  <a:cubicBezTo>
                    <a:pt x="1800860" y="664210"/>
                    <a:pt x="1737360" y="537210"/>
                    <a:pt x="1753870" y="524510"/>
                  </a:cubicBezTo>
                  <a:cubicBezTo>
                    <a:pt x="1764030" y="515620"/>
                    <a:pt x="1813560" y="532130"/>
                    <a:pt x="1826260" y="560070"/>
                  </a:cubicBezTo>
                  <a:cubicBezTo>
                    <a:pt x="1861820" y="635000"/>
                    <a:pt x="1732280" y="965200"/>
                    <a:pt x="1682750" y="1145540"/>
                  </a:cubicBezTo>
                  <a:cubicBezTo>
                    <a:pt x="1640840" y="1300480"/>
                    <a:pt x="1592580" y="1512570"/>
                    <a:pt x="1553210" y="1574800"/>
                  </a:cubicBezTo>
                  <a:cubicBezTo>
                    <a:pt x="1539240" y="1596390"/>
                    <a:pt x="1530350" y="1605280"/>
                    <a:pt x="1513840" y="1610360"/>
                  </a:cubicBezTo>
                  <a:cubicBezTo>
                    <a:pt x="1494790" y="1616710"/>
                    <a:pt x="1460500" y="1610360"/>
                    <a:pt x="1443990" y="1602740"/>
                  </a:cubicBezTo>
                  <a:cubicBezTo>
                    <a:pt x="1432560" y="1596390"/>
                    <a:pt x="1424940" y="1587500"/>
                    <a:pt x="1419860" y="1576070"/>
                  </a:cubicBezTo>
                  <a:cubicBezTo>
                    <a:pt x="1413510" y="1562100"/>
                    <a:pt x="1419860" y="1540510"/>
                    <a:pt x="1413510" y="1522730"/>
                  </a:cubicBezTo>
                  <a:cubicBezTo>
                    <a:pt x="1405890" y="1501140"/>
                    <a:pt x="1389380" y="1488440"/>
                    <a:pt x="1375410" y="1455420"/>
                  </a:cubicBezTo>
                  <a:cubicBezTo>
                    <a:pt x="1344930" y="1379220"/>
                    <a:pt x="1301750" y="1192530"/>
                    <a:pt x="1272540" y="1052830"/>
                  </a:cubicBezTo>
                  <a:cubicBezTo>
                    <a:pt x="1240790" y="901700"/>
                    <a:pt x="1212850" y="727710"/>
                    <a:pt x="1198880" y="580390"/>
                  </a:cubicBezTo>
                  <a:cubicBezTo>
                    <a:pt x="1186180" y="452120"/>
                    <a:pt x="1169670" y="269240"/>
                    <a:pt x="1187450" y="218440"/>
                  </a:cubicBezTo>
                  <a:cubicBezTo>
                    <a:pt x="1192530" y="203200"/>
                    <a:pt x="1200150" y="198120"/>
                    <a:pt x="1210310" y="191770"/>
                  </a:cubicBezTo>
                  <a:cubicBezTo>
                    <a:pt x="1223010" y="184150"/>
                    <a:pt x="1244600" y="177800"/>
                    <a:pt x="1261110" y="179070"/>
                  </a:cubicBezTo>
                  <a:cubicBezTo>
                    <a:pt x="1277620" y="180340"/>
                    <a:pt x="1296670" y="190500"/>
                    <a:pt x="1306830" y="203200"/>
                  </a:cubicBezTo>
                  <a:cubicBezTo>
                    <a:pt x="1318260" y="214630"/>
                    <a:pt x="1324610" y="231140"/>
                    <a:pt x="1325880" y="251460"/>
                  </a:cubicBezTo>
                  <a:cubicBezTo>
                    <a:pt x="1328420" y="281940"/>
                    <a:pt x="1304290" y="317500"/>
                    <a:pt x="1296670" y="368300"/>
                  </a:cubicBezTo>
                  <a:cubicBezTo>
                    <a:pt x="1280160" y="466090"/>
                    <a:pt x="1272540" y="628650"/>
                    <a:pt x="1266190" y="792480"/>
                  </a:cubicBezTo>
                  <a:cubicBezTo>
                    <a:pt x="1257300" y="1018540"/>
                    <a:pt x="1282700" y="1494790"/>
                    <a:pt x="1262380" y="1597660"/>
                  </a:cubicBezTo>
                  <a:cubicBezTo>
                    <a:pt x="1258570" y="1624330"/>
                    <a:pt x="1257300" y="1633220"/>
                    <a:pt x="1244600" y="1644650"/>
                  </a:cubicBezTo>
                  <a:cubicBezTo>
                    <a:pt x="1231900" y="1658620"/>
                    <a:pt x="1202690" y="1670050"/>
                    <a:pt x="1183640" y="1667510"/>
                  </a:cubicBezTo>
                  <a:cubicBezTo>
                    <a:pt x="1164590" y="1666240"/>
                    <a:pt x="1145540" y="1649730"/>
                    <a:pt x="1129030" y="1630680"/>
                  </a:cubicBezTo>
                  <a:cubicBezTo>
                    <a:pt x="1107440" y="1604010"/>
                    <a:pt x="1097280" y="1569720"/>
                    <a:pt x="1079500" y="1513840"/>
                  </a:cubicBezTo>
                  <a:cubicBezTo>
                    <a:pt x="1035050" y="1384300"/>
                    <a:pt x="974090" y="1064260"/>
                    <a:pt x="915670" y="857250"/>
                  </a:cubicBezTo>
                  <a:cubicBezTo>
                    <a:pt x="861060" y="666750"/>
                    <a:pt x="706120" y="394970"/>
                    <a:pt x="741680" y="316230"/>
                  </a:cubicBezTo>
                  <a:cubicBezTo>
                    <a:pt x="758190" y="280670"/>
                    <a:pt x="821690" y="254000"/>
                    <a:pt x="844550" y="269240"/>
                  </a:cubicBezTo>
                  <a:cubicBezTo>
                    <a:pt x="896620" y="302260"/>
                    <a:pt x="826770" y="636270"/>
                    <a:pt x="842010" y="808990"/>
                  </a:cubicBezTo>
                  <a:cubicBezTo>
                    <a:pt x="854710" y="969010"/>
                    <a:pt x="937260" y="1187450"/>
                    <a:pt x="922020" y="1268730"/>
                  </a:cubicBezTo>
                  <a:cubicBezTo>
                    <a:pt x="916940" y="1300480"/>
                    <a:pt x="902970" y="1318260"/>
                    <a:pt x="886460" y="1329690"/>
                  </a:cubicBezTo>
                  <a:cubicBezTo>
                    <a:pt x="871220" y="1339850"/>
                    <a:pt x="849630" y="1344930"/>
                    <a:pt x="833120" y="1339850"/>
                  </a:cubicBezTo>
                  <a:cubicBezTo>
                    <a:pt x="812800" y="1336040"/>
                    <a:pt x="796290" y="1323340"/>
                    <a:pt x="775970" y="1296670"/>
                  </a:cubicBezTo>
                  <a:cubicBezTo>
                    <a:pt x="722630" y="1225550"/>
                    <a:pt x="647700" y="938530"/>
                    <a:pt x="590550" y="819150"/>
                  </a:cubicBezTo>
                  <a:cubicBezTo>
                    <a:pt x="554990" y="742950"/>
                    <a:pt x="514350" y="693420"/>
                    <a:pt x="488950" y="640080"/>
                  </a:cubicBezTo>
                  <a:cubicBezTo>
                    <a:pt x="469900" y="599440"/>
                    <a:pt x="468630" y="574040"/>
                    <a:pt x="447040" y="530860"/>
                  </a:cubicBezTo>
                  <a:cubicBezTo>
                    <a:pt x="414020" y="463550"/>
                    <a:pt x="306070" y="332740"/>
                    <a:pt x="290830" y="278130"/>
                  </a:cubicBezTo>
                  <a:cubicBezTo>
                    <a:pt x="284480" y="255270"/>
                    <a:pt x="285750" y="241300"/>
                    <a:pt x="292100" y="226060"/>
                  </a:cubicBezTo>
                  <a:cubicBezTo>
                    <a:pt x="298450" y="209550"/>
                    <a:pt x="312420" y="194310"/>
                    <a:pt x="327660" y="186690"/>
                  </a:cubicBezTo>
                  <a:cubicBezTo>
                    <a:pt x="341630" y="179070"/>
                    <a:pt x="365760" y="177800"/>
                    <a:pt x="379730" y="180340"/>
                  </a:cubicBezTo>
                  <a:cubicBezTo>
                    <a:pt x="392430" y="182880"/>
                    <a:pt x="403860" y="191770"/>
                    <a:pt x="411480" y="198120"/>
                  </a:cubicBezTo>
                  <a:cubicBezTo>
                    <a:pt x="416560" y="201930"/>
                    <a:pt x="420370" y="204470"/>
                    <a:pt x="422910" y="210820"/>
                  </a:cubicBezTo>
                  <a:cubicBezTo>
                    <a:pt x="427990" y="227330"/>
                    <a:pt x="412750" y="266700"/>
                    <a:pt x="414020" y="303530"/>
                  </a:cubicBezTo>
                  <a:cubicBezTo>
                    <a:pt x="416560" y="356870"/>
                    <a:pt x="433070" y="435610"/>
                    <a:pt x="450850" y="502920"/>
                  </a:cubicBezTo>
                  <a:cubicBezTo>
                    <a:pt x="468630" y="574040"/>
                    <a:pt x="495300" y="648970"/>
                    <a:pt x="523240" y="721360"/>
                  </a:cubicBezTo>
                  <a:cubicBezTo>
                    <a:pt x="551180" y="793750"/>
                    <a:pt x="594360" y="864870"/>
                    <a:pt x="621030" y="933450"/>
                  </a:cubicBezTo>
                  <a:cubicBezTo>
                    <a:pt x="646430" y="998220"/>
                    <a:pt x="688340" y="1075690"/>
                    <a:pt x="684530" y="1122680"/>
                  </a:cubicBezTo>
                  <a:cubicBezTo>
                    <a:pt x="683260" y="1150620"/>
                    <a:pt x="670560" y="1176020"/>
                    <a:pt x="652780" y="1188720"/>
                  </a:cubicBezTo>
                  <a:cubicBezTo>
                    <a:pt x="636270" y="1201420"/>
                    <a:pt x="600710" y="1206500"/>
                    <a:pt x="580390" y="1200150"/>
                  </a:cubicBezTo>
                  <a:cubicBezTo>
                    <a:pt x="562610" y="1195070"/>
                    <a:pt x="549910" y="1181100"/>
                    <a:pt x="537210" y="1164590"/>
                  </a:cubicBezTo>
                  <a:cubicBezTo>
                    <a:pt x="516890" y="1139190"/>
                    <a:pt x="501650" y="1102360"/>
                    <a:pt x="480060" y="1057910"/>
                  </a:cubicBezTo>
                  <a:cubicBezTo>
                    <a:pt x="447040" y="990600"/>
                    <a:pt x="401320" y="895350"/>
                    <a:pt x="364490" y="796290"/>
                  </a:cubicBezTo>
                  <a:cubicBezTo>
                    <a:pt x="320040" y="674370"/>
                    <a:pt x="270510" y="459740"/>
                    <a:pt x="238760" y="373380"/>
                  </a:cubicBezTo>
                  <a:cubicBezTo>
                    <a:pt x="223520" y="334010"/>
                    <a:pt x="205740" y="312420"/>
                    <a:pt x="200660" y="289560"/>
                  </a:cubicBezTo>
                  <a:cubicBezTo>
                    <a:pt x="198120" y="274320"/>
                    <a:pt x="196850" y="264160"/>
                    <a:pt x="200660" y="252730"/>
                  </a:cubicBezTo>
                  <a:cubicBezTo>
                    <a:pt x="205740" y="237490"/>
                    <a:pt x="217170" y="215900"/>
                    <a:pt x="232410" y="207010"/>
                  </a:cubicBezTo>
                  <a:cubicBezTo>
                    <a:pt x="250190" y="196850"/>
                    <a:pt x="284480" y="191770"/>
                    <a:pt x="303530" y="199390"/>
                  </a:cubicBezTo>
                  <a:cubicBezTo>
                    <a:pt x="323850" y="207010"/>
                    <a:pt x="347980" y="232410"/>
                    <a:pt x="350520" y="254000"/>
                  </a:cubicBezTo>
                  <a:cubicBezTo>
                    <a:pt x="353060" y="276860"/>
                    <a:pt x="317500" y="303530"/>
                    <a:pt x="312420" y="331470"/>
                  </a:cubicBezTo>
                  <a:cubicBezTo>
                    <a:pt x="308610" y="359410"/>
                    <a:pt x="325120" y="384810"/>
                    <a:pt x="323850" y="419100"/>
                  </a:cubicBezTo>
                  <a:cubicBezTo>
                    <a:pt x="322580" y="469900"/>
                    <a:pt x="299720" y="541020"/>
                    <a:pt x="292100" y="603250"/>
                  </a:cubicBezTo>
                  <a:cubicBezTo>
                    <a:pt x="284480" y="666750"/>
                    <a:pt x="283210" y="716280"/>
                    <a:pt x="280670" y="798830"/>
                  </a:cubicBezTo>
                  <a:cubicBezTo>
                    <a:pt x="275590" y="938530"/>
                    <a:pt x="270510" y="1221740"/>
                    <a:pt x="276860" y="1361440"/>
                  </a:cubicBezTo>
                  <a:cubicBezTo>
                    <a:pt x="280670" y="1443990"/>
                    <a:pt x="311150" y="1516380"/>
                    <a:pt x="298450" y="1559560"/>
                  </a:cubicBezTo>
                  <a:cubicBezTo>
                    <a:pt x="290830" y="1586230"/>
                    <a:pt x="271780" y="1605280"/>
                    <a:pt x="254000" y="1614170"/>
                  </a:cubicBezTo>
                  <a:cubicBezTo>
                    <a:pt x="237490" y="1621790"/>
                    <a:pt x="214630" y="1619250"/>
                    <a:pt x="199390" y="1615440"/>
                  </a:cubicBezTo>
                  <a:cubicBezTo>
                    <a:pt x="187960" y="1611630"/>
                    <a:pt x="177800" y="1605280"/>
                    <a:pt x="168910" y="1596390"/>
                  </a:cubicBezTo>
                  <a:cubicBezTo>
                    <a:pt x="160020" y="1583690"/>
                    <a:pt x="153670" y="1570990"/>
                    <a:pt x="148590" y="1546860"/>
                  </a:cubicBezTo>
                  <a:cubicBezTo>
                    <a:pt x="137160" y="1487170"/>
                    <a:pt x="154940" y="1338580"/>
                    <a:pt x="149860" y="1231900"/>
                  </a:cubicBezTo>
                  <a:cubicBezTo>
                    <a:pt x="144780" y="1123950"/>
                    <a:pt x="134620" y="1037590"/>
                    <a:pt x="118110" y="904240"/>
                  </a:cubicBezTo>
                  <a:cubicBezTo>
                    <a:pt x="95250" y="695960"/>
                    <a:pt x="6350" y="213360"/>
                    <a:pt x="10160" y="105410"/>
                  </a:cubicBezTo>
                  <a:cubicBezTo>
                    <a:pt x="11430" y="77470"/>
                    <a:pt x="12700" y="67310"/>
                    <a:pt x="21590" y="53340"/>
                  </a:cubicBezTo>
                  <a:cubicBezTo>
                    <a:pt x="31750" y="39370"/>
                    <a:pt x="49530" y="26670"/>
                    <a:pt x="66040" y="21590"/>
                  </a:cubicBezTo>
                  <a:cubicBezTo>
                    <a:pt x="81280" y="17780"/>
                    <a:pt x="104140" y="19050"/>
                    <a:pt x="118110" y="27940"/>
                  </a:cubicBezTo>
                  <a:cubicBezTo>
                    <a:pt x="135890" y="36830"/>
                    <a:pt x="147320" y="50800"/>
                    <a:pt x="160020" y="83820"/>
                  </a:cubicBezTo>
                  <a:cubicBezTo>
                    <a:pt x="209550" y="213360"/>
                    <a:pt x="265430" y="974090"/>
                    <a:pt x="276860" y="1121410"/>
                  </a:cubicBezTo>
                  <a:cubicBezTo>
                    <a:pt x="280670" y="1160780"/>
                    <a:pt x="284480" y="1177290"/>
                    <a:pt x="280670" y="1196340"/>
                  </a:cubicBezTo>
                  <a:cubicBezTo>
                    <a:pt x="278130" y="1210310"/>
                    <a:pt x="274320" y="1220470"/>
                    <a:pt x="265430" y="1230630"/>
                  </a:cubicBezTo>
                  <a:cubicBezTo>
                    <a:pt x="255270" y="1243330"/>
                    <a:pt x="236220" y="1257300"/>
                    <a:pt x="218440" y="1259840"/>
                  </a:cubicBezTo>
                  <a:cubicBezTo>
                    <a:pt x="201930" y="1263650"/>
                    <a:pt x="179070" y="1261110"/>
                    <a:pt x="163830" y="1250950"/>
                  </a:cubicBezTo>
                  <a:cubicBezTo>
                    <a:pt x="147320" y="1239520"/>
                    <a:pt x="132080" y="1214120"/>
                    <a:pt x="125730" y="1188720"/>
                  </a:cubicBezTo>
                  <a:cubicBezTo>
                    <a:pt x="118110" y="1159510"/>
                    <a:pt x="119380" y="1112520"/>
                    <a:pt x="133350" y="1080770"/>
                  </a:cubicBezTo>
                  <a:cubicBezTo>
                    <a:pt x="146050" y="1050290"/>
                    <a:pt x="175260" y="1018540"/>
                    <a:pt x="205740" y="1002030"/>
                  </a:cubicBezTo>
                  <a:cubicBezTo>
                    <a:pt x="234950" y="985520"/>
                    <a:pt x="260350" y="986790"/>
                    <a:pt x="311150" y="981710"/>
                  </a:cubicBezTo>
                  <a:cubicBezTo>
                    <a:pt x="434340" y="970280"/>
                    <a:pt x="806450" y="974090"/>
                    <a:pt x="955040" y="981710"/>
                  </a:cubicBezTo>
                  <a:cubicBezTo>
                    <a:pt x="1033780" y="985520"/>
                    <a:pt x="1059180" y="989330"/>
                    <a:pt x="1134110" y="999490"/>
                  </a:cubicBezTo>
                  <a:cubicBezTo>
                    <a:pt x="1264920" y="1018540"/>
                    <a:pt x="1653540" y="1131570"/>
                    <a:pt x="1668780" y="1096010"/>
                  </a:cubicBezTo>
                  <a:cubicBezTo>
                    <a:pt x="1681480" y="1065530"/>
                    <a:pt x="1445260" y="919480"/>
                    <a:pt x="1348740" y="857250"/>
                  </a:cubicBezTo>
                  <a:cubicBezTo>
                    <a:pt x="1275080" y="810260"/>
                    <a:pt x="1210310" y="772160"/>
                    <a:pt x="1144270" y="744220"/>
                  </a:cubicBezTo>
                  <a:cubicBezTo>
                    <a:pt x="1088390" y="721360"/>
                    <a:pt x="1026160" y="706120"/>
                    <a:pt x="977900" y="699770"/>
                  </a:cubicBezTo>
                  <a:cubicBezTo>
                    <a:pt x="943610" y="694690"/>
                    <a:pt x="901700" y="680720"/>
                    <a:pt x="886460" y="699770"/>
                  </a:cubicBezTo>
                  <a:cubicBezTo>
                    <a:pt x="857250" y="732790"/>
                    <a:pt x="943610" y="909320"/>
                    <a:pt x="933450" y="979170"/>
                  </a:cubicBezTo>
                  <a:cubicBezTo>
                    <a:pt x="927100" y="1023620"/>
                    <a:pt x="915670" y="1060450"/>
                    <a:pt x="885190" y="1083310"/>
                  </a:cubicBezTo>
                  <a:cubicBezTo>
                    <a:pt x="844550" y="1112520"/>
                    <a:pt x="751840" y="1107440"/>
                    <a:pt x="685800" y="1104900"/>
                  </a:cubicBezTo>
                  <a:cubicBezTo>
                    <a:pt x="621030" y="1103630"/>
                    <a:pt x="547370" y="1102360"/>
                    <a:pt x="494030" y="1073150"/>
                  </a:cubicBezTo>
                  <a:cubicBezTo>
                    <a:pt x="441960" y="1042670"/>
                    <a:pt x="365760" y="962660"/>
                    <a:pt x="367030" y="923290"/>
                  </a:cubicBezTo>
                  <a:cubicBezTo>
                    <a:pt x="369570" y="895350"/>
                    <a:pt x="396240" y="872490"/>
                    <a:pt x="440690" y="855980"/>
                  </a:cubicBezTo>
                  <a:cubicBezTo>
                    <a:pt x="581660" y="800100"/>
                    <a:pt x="1350010" y="834390"/>
                    <a:pt x="1474470" y="854710"/>
                  </a:cubicBezTo>
                  <a:cubicBezTo>
                    <a:pt x="1502410" y="859790"/>
                    <a:pt x="1512570" y="859790"/>
                    <a:pt x="1525270" y="872490"/>
                  </a:cubicBezTo>
                  <a:cubicBezTo>
                    <a:pt x="1541780" y="886460"/>
                    <a:pt x="1559560" y="920750"/>
                    <a:pt x="1558290" y="943610"/>
                  </a:cubicBezTo>
                  <a:cubicBezTo>
                    <a:pt x="1557020" y="966470"/>
                    <a:pt x="1535430" y="998220"/>
                    <a:pt x="1517650" y="1010920"/>
                  </a:cubicBezTo>
                  <a:cubicBezTo>
                    <a:pt x="1503680" y="1022350"/>
                    <a:pt x="1482090" y="1024890"/>
                    <a:pt x="1465580" y="1022350"/>
                  </a:cubicBezTo>
                  <a:cubicBezTo>
                    <a:pt x="1449070" y="1021080"/>
                    <a:pt x="1428750" y="1013460"/>
                    <a:pt x="1416050" y="1000760"/>
                  </a:cubicBezTo>
                  <a:cubicBezTo>
                    <a:pt x="1402080" y="984250"/>
                    <a:pt x="1389380" y="947420"/>
                    <a:pt x="1391920" y="925830"/>
                  </a:cubicBezTo>
                  <a:cubicBezTo>
                    <a:pt x="1393190" y="908050"/>
                    <a:pt x="1402080" y="889000"/>
                    <a:pt x="1416050" y="877570"/>
                  </a:cubicBezTo>
                  <a:cubicBezTo>
                    <a:pt x="1433830" y="864870"/>
                    <a:pt x="1469390" y="852170"/>
                    <a:pt x="1492250" y="857250"/>
                  </a:cubicBezTo>
                  <a:cubicBezTo>
                    <a:pt x="1515110" y="862330"/>
                    <a:pt x="1544320" y="886460"/>
                    <a:pt x="1553210" y="908050"/>
                  </a:cubicBezTo>
                  <a:cubicBezTo>
                    <a:pt x="1560830" y="929640"/>
                    <a:pt x="1557020" y="967740"/>
                    <a:pt x="1544320" y="986790"/>
                  </a:cubicBezTo>
                  <a:cubicBezTo>
                    <a:pt x="1531620" y="1005840"/>
                    <a:pt x="1512570" y="1013460"/>
                    <a:pt x="1474470" y="1023620"/>
                  </a:cubicBezTo>
                  <a:cubicBezTo>
                    <a:pt x="1346200" y="1055370"/>
                    <a:pt x="732790" y="1045210"/>
                    <a:pt x="589280" y="1026160"/>
                  </a:cubicBezTo>
                  <a:cubicBezTo>
                    <a:pt x="543560" y="1019810"/>
                    <a:pt x="509270" y="1021080"/>
                    <a:pt x="499110" y="1000760"/>
                  </a:cubicBezTo>
                  <a:cubicBezTo>
                    <a:pt x="486410" y="980440"/>
                    <a:pt x="502920" y="916940"/>
                    <a:pt x="525780" y="901700"/>
                  </a:cubicBezTo>
                  <a:cubicBezTo>
                    <a:pt x="556260" y="883920"/>
                    <a:pt x="642620" y="919480"/>
                    <a:pt x="684530" y="934720"/>
                  </a:cubicBezTo>
                  <a:cubicBezTo>
                    <a:pt x="716280" y="944880"/>
                    <a:pt x="750570" y="981710"/>
                    <a:pt x="763270" y="972820"/>
                  </a:cubicBezTo>
                  <a:cubicBezTo>
                    <a:pt x="781050" y="958850"/>
                    <a:pt x="730250" y="848360"/>
                    <a:pt x="725170" y="788670"/>
                  </a:cubicBezTo>
                  <a:cubicBezTo>
                    <a:pt x="720090" y="732790"/>
                    <a:pt x="713740" y="669290"/>
                    <a:pt x="730250" y="627380"/>
                  </a:cubicBezTo>
                  <a:cubicBezTo>
                    <a:pt x="742950" y="593090"/>
                    <a:pt x="769620" y="561340"/>
                    <a:pt x="797560" y="546100"/>
                  </a:cubicBezTo>
                  <a:cubicBezTo>
                    <a:pt x="822960" y="532130"/>
                    <a:pt x="852170" y="534670"/>
                    <a:pt x="886460" y="533400"/>
                  </a:cubicBezTo>
                  <a:cubicBezTo>
                    <a:pt x="935990" y="533400"/>
                    <a:pt x="1000760" y="534670"/>
                    <a:pt x="1068070" y="552450"/>
                  </a:cubicBezTo>
                  <a:cubicBezTo>
                    <a:pt x="1158240" y="577850"/>
                    <a:pt x="1278890" y="638810"/>
                    <a:pt x="1376680" y="693420"/>
                  </a:cubicBezTo>
                  <a:cubicBezTo>
                    <a:pt x="1473200" y="748030"/>
                    <a:pt x="1574800" y="819150"/>
                    <a:pt x="1651000" y="878840"/>
                  </a:cubicBezTo>
                  <a:cubicBezTo>
                    <a:pt x="1710690" y="927100"/>
                    <a:pt x="1769110" y="969010"/>
                    <a:pt x="1803400" y="1019810"/>
                  </a:cubicBezTo>
                  <a:cubicBezTo>
                    <a:pt x="1831340" y="1060450"/>
                    <a:pt x="1859280" y="1109980"/>
                    <a:pt x="1855470" y="1149350"/>
                  </a:cubicBezTo>
                  <a:cubicBezTo>
                    <a:pt x="1851660" y="1186180"/>
                    <a:pt x="1817370" y="1231900"/>
                    <a:pt x="1788160" y="1249680"/>
                  </a:cubicBezTo>
                  <a:cubicBezTo>
                    <a:pt x="1761490" y="1264920"/>
                    <a:pt x="1736090" y="1261110"/>
                    <a:pt x="1691640" y="1259840"/>
                  </a:cubicBezTo>
                  <a:cubicBezTo>
                    <a:pt x="1581150" y="1254760"/>
                    <a:pt x="1258570" y="1172210"/>
                    <a:pt x="1125220" y="1153160"/>
                  </a:cubicBezTo>
                  <a:cubicBezTo>
                    <a:pt x="1051560" y="1144270"/>
                    <a:pt x="1028700" y="1141730"/>
                    <a:pt x="955040" y="1139190"/>
                  </a:cubicBezTo>
                  <a:cubicBezTo>
                    <a:pt x="816610" y="1132840"/>
                    <a:pt x="463550" y="1118870"/>
                    <a:pt x="359410" y="1141730"/>
                  </a:cubicBezTo>
                  <a:cubicBezTo>
                    <a:pt x="320040" y="1150620"/>
                    <a:pt x="293370" y="1162050"/>
                    <a:pt x="281940" y="1177290"/>
                  </a:cubicBezTo>
                  <a:cubicBezTo>
                    <a:pt x="273050" y="1188720"/>
                    <a:pt x="281940" y="1202690"/>
                    <a:pt x="275590" y="1214120"/>
                  </a:cubicBezTo>
                  <a:cubicBezTo>
                    <a:pt x="267970" y="1229360"/>
                    <a:pt x="254000" y="1248410"/>
                    <a:pt x="236220" y="1254760"/>
                  </a:cubicBezTo>
                  <a:cubicBezTo>
                    <a:pt x="217170" y="1262380"/>
                    <a:pt x="182880" y="1261110"/>
                    <a:pt x="163830" y="1250950"/>
                  </a:cubicBezTo>
                  <a:cubicBezTo>
                    <a:pt x="146050" y="1239520"/>
                    <a:pt x="135890" y="1220470"/>
                    <a:pt x="125730" y="1188720"/>
                  </a:cubicBezTo>
                  <a:cubicBezTo>
                    <a:pt x="102870" y="1117600"/>
                    <a:pt x="114300" y="942340"/>
                    <a:pt x="99060" y="802640"/>
                  </a:cubicBezTo>
                  <a:cubicBezTo>
                    <a:pt x="81280" y="638810"/>
                    <a:pt x="31750" y="400050"/>
                    <a:pt x="20320" y="264160"/>
                  </a:cubicBezTo>
                  <a:cubicBezTo>
                    <a:pt x="12700" y="184150"/>
                    <a:pt x="0" y="109220"/>
                    <a:pt x="13970" y="69850"/>
                  </a:cubicBezTo>
                  <a:cubicBezTo>
                    <a:pt x="21590" y="49530"/>
                    <a:pt x="34290" y="36830"/>
                    <a:pt x="48260" y="29210"/>
                  </a:cubicBezTo>
                  <a:cubicBezTo>
                    <a:pt x="63500" y="20320"/>
                    <a:pt x="85090" y="17780"/>
                    <a:pt x="101600" y="21590"/>
                  </a:cubicBezTo>
                  <a:cubicBezTo>
                    <a:pt x="118110" y="25400"/>
                    <a:pt x="135890" y="39370"/>
                    <a:pt x="146050" y="50800"/>
                  </a:cubicBezTo>
                  <a:cubicBezTo>
                    <a:pt x="153670" y="60960"/>
                    <a:pt x="154940" y="71120"/>
                    <a:pt x="160020" y="83820"/>
                  </a:cubicBezTo>
                  <a:cubicBezTo>
                    <a:pt x="166370" y="102870"/>
                    <a:pt x="172720" y="125730"/>
                    <a:pt x="177800" y="156210"/>
                  </a:cubicBezTo>
                  <a:cubicBezTo>
                    <a:pt x="184150" y="208280"/>
                    <a:pt x="176530" y="271780"/>
                    <a:pt x="184150" y="365760"/>
                  </a:cubicBezTo>
                  <a:cubicBezTo>
                    <a:pt x="199390" y="556260"/>
                    <a:pt x="287020" y="1008380"/>
                    <a:pt x="299720" y="1231900"/>
                  </a:cubicBezTo>
                  <a:cubicBezTo>
                    <a:pt x="307340" y="1372870"/>
                    <a:pt x="321310" y="1520190"/>
                    <a:pt x="292100" y="1577340"/>
                  </a:cubicBezTo>
                  <a:cubicBezTo>
                    <a:pt x="279400" y="1602740"/>
                    <a:pt x="256540" y="1615440"/>
                    <a:pt x="236220" y="1619250"/>
                  </a:cubicBezTo>
                  <a:cubicBezTo>
                    <a:pt x="215900" y="1621790"/>
                    <a:pt x="184150" y="1609090"/>
                    <a:pt x="168910" y="1596390"/>
                  </a:cubicBezTo>
                  <a:cubicBezTo>
                    <a:pt x="156210" y="1583690"/>
                    <a:pt x="146050" y="1548130"/>
                    <a:pt x="148590" y="1546860"/>
                  </a:cubicBezTo>
                  <a:cubicBezTo>
                    <a:pt x="153670" y="1543050"/>
                    <a:pt x="212090" y="1616710"/>
                    <a:pt x="215900" y="1614170"/>
                  </a:cubicBezTo>
                  <a:cubicBezTo>
                    <a:pt x="220980" y="1610360"/>
                    <a:pt x="161290" y="1529080"/>
                    <a:pt x="147320" y="1485900"/>
                  </a:cubicBezTo>
                  <a:cubicBezTo>
                    <a:pt x="134620" y="1445260"/>
                    <a:pt x="135890" y="1419860"/>
                    <a:pt x="132080" y="1361440"/>
                  </a:cubicBezTo>
                  <a:cubicBezTo>
                    <a:pt x="124460" y="1225550"/>
                    <a:pt x="123190" y="854710"/>
                    <a:pt x="134620" y="680720"/>
                  </a:cubicBezTo>
                  <a:cubicBezTo>
                    <a:pt x="142240" y="570230"/>
                    <a:pt x="154940" y="495300"/>
                    <a:pt x="170180" y="412750"/>
                  </a:cubicBezTo>
                  <a:cubicBezTo>
                    <a:pt x="182880" y="342900"/>
                    <a:pt x="189230" y="252730"/>
                    <a:pt x="218440" y="219710"/>
                  </a:cubicBezTo>
                  <a:cubicBezTo>
                    <a:pt x="236220" y="199390"/>
                    <a:pt x="264160" y="191770"/>
                    <a:pt x="285750" y="194310"/>
                  </a:cubicBezTo>
                  <a:cubicBezTo>
                    <a:pt x="306070" y="198120"/>
                    <a:pt x="325120" y="209550"/>
                    <a:pt x="344170" y="236220"/>
                  </a:cubicBezTo>
                  <a:cubicBezTo>
                    <a:pt x="397510" y="308610"/>
                    <a:pt x="444500" y="585470"/>
                    <a:pt x="505460" y="737870"/>
                  </a:cubicBezTo>
                  <a:cubicBezTo>
                    <a:pt x="558800" y="871220"/>
                    <a:pt x="666750" y="1042670"/>
                    <a:pt x="681990" y="1103630"/>
                  </a:cubicBezTo>
                  <a:cubicBezTo>
                    <a:pt x="687070" y="1121410"/>
                    <a:pt x="688340" y="1127760"/>
                    <a:pt x="683260" y="1141730"/>
                  </a:cubicBezTo>
                  <a:cubicBezTo>
                    <a:pt x="676910" y="1159510"/>
                    <a:pt x="655320" y="1188720"/>
                    <a:pt x="636270" y="1198880"/>
                  </a:cubicBezTo>
                  <a:cubicBezTo>
                    <a:pt x="619760" y="1206500"/>
                    <a:pt x="595630" y="1205230"/>
                    <a:pt x="580390" y="1200150"/>
                  </a:cubicBezTo>
                  <a:cubicBezTo>
                    <a:pt x="567690" y="1196340"/>
                    <a:pt x="560070" y="1193800"/>
                    <a:pt x="548640" y="1179830"/>
                  </a:cubicBezTo>
                  <a:cubicBezTo>
                    <a:pt x="506730" y="1130300"/>
                    <a:pt x="421640" y="882650"/>
                    <a:pt x="378460" y="763270"/>
                  </a:cubicBezTo>
                  <a:cubicBezTo>
                    <a:pt x="345440" y="674370"/>
                    <a:pt x="316230" y="596900"/>
                    <a:pt x="300990" y="527050"/>
                  </a:cubicBezTo>
                  <a:cubicBezTo>
                    <a:pt x="289560" y="474980"/>
                    <a:pt x="283210" y="427990"/>
                    <a:pt x="284480" y="386080"/>
                  </a:cubicBezTo>
                  <a:cubicBezTo>
                    <a:pt x="284480" y="351790"/>
                    <a:pt x="298450" y="322580"/>
                    <a:pt x="299720" y="294640"/>
                  </a:cubicBezTo>
                  <a:cubicBezTo>
                    <a:pt x="299720" y="269240"/>
                    <a:pt x="287020" y="242570"/>
                    <a:pt x="292100" y="226060"/>
                  </a:cubicBezTo>
                  <a:cubicBezTo>
                    <a:pt x="295910" y="213360"/>
                    <a:pt x="302260" y="204470"/>
                    <a:pt x="312420" y="196850"/>
                  </a:cubicBezTo>
                  <a:cubicBezTo>
                    <a:pt x="325120" y="186690"/>
                    <a:pt x="345440" y="176530"/>
                    <a:pt x="361950" y="177800"/>
                  </a:cubicBezTo>
                  <a:cubicBezTo>
                    <a:pt x="382270" y="180340"/>
                    <a:pt x="401320" y="190500"/>
                    <a:pt x="422910" y="210820"/>
                  </a:cubicBezTo>
                  <a:cubicBezTo>
                    <a:pt x="468630" y="256540"/>
                    <a:pt x="548640" y="415290"/>
                    <a:pt x="579120" y="481330"/>
                  </a:cubicBezTo>
                  <a:cubicBezTo>
                    <a:pt x="595630" y="515620"/>
                    <a:pt x="593090" y="530860"/>
                    <a:pt x="608330" y="563880"/>
                  </a:cubicBezTo>
                  <a:cubicBezTo>
                    <a:pt x="633730" y="617220"/>
                    <a:pt x="687070" y="685800"/>
                    <a:pt x="725170" y="764540"/>
                  </a:cubicBezTo>
                  <a:cubicBezTo>
                    <a:pt x="777240" y="867410"/>
                    <a:pt x="845820" y="1045210"/>
                    <a:pt x="880110" y="1134110"/>
                  </a:cubicBezTo>
                  <a:cubicBezTo>
                    <a:pt x="899160" y="1183640"/>
                    <a:pt x="916940" y="1221740"/>
                    <a:pt x="920750" y="1249680"/>
                  </a:cubicBezTo>
                  <a:cubicBezTo>
                    <a:pt x="923290" y="1264920"/>
                    <a:pt x="923290" y="1275080"/>
                    <a:pt x="919480" y="1286510"/>
                  </a:cubicBezTo>
                  <a:cubicBezTo>
                    <a:pt x="913130" y="1301750"/>
                    <a:pt x="900430" y="1320800"/>
                    <a:pt x="886460" y="1329690"/>
                  </a:cubicBezTo>
                  <a:cubicBezTo>
                    <a:pt x="871220" y="1338580"/>
                    <a:pt x="849630" y="1343660"/>
                    <a:pt x="833120" y="1339850"/>
                  </a:cubicBezTo>
                  <a:cubicBezTo>
                    <a:pt x="815340" y="1337310"/>
                    <a:pt x="797560" y="1327150"/>
                    <a:pt x="786130" y="1313180"/>
                  </a:cubicBezTo>
                  <a:cubicBezTo>
                    <a:pt x="769620" y="1292860"/>
                    <a:pt x="763270" y="1261110"/>
                    <a:pt x="753110" y="1220470"/>
                  </a:cubicBezTo>
                  <a:cubicBezTo>
                    <a:pt x="735330" y="1149350"/>
                    <a:pt x="718820" y="990600"/>
                    <a:pt x="708660" y="915670"/>
                  </a:cubicBezTo>
                  <a:cubicBezTo>
                    <a:pt x="702310" y="871220"/>
                    <a:pt x="698500" y="857250"/>
                    <a:pt x="695960" y="808990"/>
                  </a:cubicBezTo>
                  <a:cubicBezTo>
                    <a:pt x="690880" y="711200"/>
                    <a:pt x="690880" y="466090"/>
                    <a:pt x="698500" y="363220"/>
                  </a:cubicBezTo>
                  <a:cubicBezTo>
                    <a:pt x="702310" y="309880"/>
                    <a:pt x="693420" y="266700"/>
                    <a:pt x="715010" y="240030"/>
                  </a:cubicBezTo>
                  <a:cubicBezTo>
                    <a:pt x="736600" y="214630"/>
                    <a:pt x="793750" y="193040"/>
                    <a:pt x="822960" y="203200"/>
                  </a:cubicBezTo>
                  <a:cubicBezTo>
                    <a:pt x="852170" y="213360"/>
                    <a:pt x="863600" y="251460"/>
                    <a:pt x="890270" y="308610"/>
                  </a:cubicBezTo>
                  <a:cubicBezTo>
                    <a:pt x="976630" y="497840"/>
                    <a:pt x="1268730" y="1460500"/>
                    <a:pt x="1262380" y="1597660"/>
                  </a:cubicBezTo>
                  <a:cubicBezTo>
                    <a:pt x="1262380" y="1624330"/>
                    <a:pt x="1257300" y="1633220"/>
                    <a:pt x="1244600" y="1644650"/>
                  </a:cubicBezTo>
                  <a:cubicBezTo>
                    <a:pt x="1231900" y="1658620"/>
                    <a:pt x="1202690" y="1668780"/>
                    <a:pt x="1183640" y="1667510"/>
                  </a:cubicBezTo>
                  <a:cubicBezTo>
                    <a:pt x="1167130" y="1667510"/>
                    <a:pt x="1149350" y="1654810"/>
                    <a:pt x="1139190" y="1644650"/>
                  </a:cubicBezTo>
                  <a:cubicBezTo>
                    <a:pt x="1130300" y="1637030"/>
                    <a:pt x="1127760" y="1631950"/>
                    <a:pt x="1123950" y="1615440"/>
                  </a:cubicBezTo>
                  <a:cubicBezTo>
                    <a:pt x="1102360" y="1527810"/>
                    <a:pt x="1118870" y="1022350"/>
                    <a:pt x="1126490" y="786130"/>
                  </a:cubicBezTo>
                  <a:cubicBezTo>
                    <a:pt x="1131570" y="612140"/>
                    <a:pt x="1131570" y="434340"/>
                    <a:pt x="1153160" y="330200"/>
                  </a:cubicBezTo>
                  <a:cubicBezTo>
                    <a:pt x="1164590" y="274320"/>
                    <a:pt x="1173480" y="228600"/>
                    <a:pt x="1197610" y="203200"/>
                  </a:cubicBezTo>
                  <a:cubicBezTo>
                    <a:pt x="1214120" y="186690"/>
                    <a:pt x="1243330" y="179070"/>
                    <a:pt x="1261110" y="179070"/>
                  </a:cubicBezTo>
                  <a:cubicBezTo>
                    <a:pt x="1273810" y="179070"/>
                    <a:pt x="1283970" y="184150"/>
                    <a:pt x="1294130" y="191770"/>
                  </a:cubicBezTo>
                  <a:cubicBezTo>
                    <a:pt x="1305560" y="200660"/>
                    <a:pt x="1316990" y="210820"/>
                    <a:pt x="1324610" y="233680"/>
                  </a:cubicBezTo>
                  <a:cubicBezTo>
                    <a:pt x="1342390" y="289560"/>
                    <a:pt x="1324610" y="461010"/>
                    <a:pt x="1332230" y="557530"/>
                  </a:cubicBezTo>
                  <a:cubicBezTo>
                    <a:pt x="1338580" y="637540"/>
                    <a:pt x="1348740" y="702310"/>
                    <a:pt x="1361440" y="777240"/>
                  </a:cubicBezTo>
                  <a:cubicBezTo>
                    <a:pt x="1374140" y="854710"/>
                    <a:pt x="1385570" y="919480"/>
                    <a:pt x="1408430" y="1013460"/>
                  </a:cubicBezTo>
                  <a:cubicBezTo>
                    <a:pt x="1442720" y="1158240"/>
                    <a:pt x="1567180" y="1488440"/>
                    <a:pt x="1559560" y="1558290"/>
                  </a:cubicBezTo>
                  <a:cubicBezTo>
                    <a:pt x="1558290" y="1576070"/>
                    <a:pt x="1551940" y="1581150"/>
                    <a:pt x="1543050" y="1590040"/>
                  </a:cubicBezTo>
                  <a:cubicBezTo>
                    <a:pt x="1532890" y="1601470"/>
                    <a:pt x="1513840" y="1614170"/>
                    <a:pt x="1496060" y="1615440"/>
                  </a:cubicBezTo>
                  <a:cubicBezTo>
                    <a:pt x="1475740" y="1616710"/>
                    <a:pt x="1443990" y="1606550"/>
                    <a:pt x="1430020" y="1590040"/>
                  </a:cubicBezTo>
                  <a:cubicBezTo>
                    <a:pt x="1417320" y="1574800"/>
                    <a:pt x="1410970" y="1548130"/>
                    <a:pt x="1413510" y="1522730"/>
                  </a:cubicBezTo>
                  <a:cubicBezTo>
                    <a:pt x="1416050" y="1485900"/>
                    <a:pt x="1450340" y="1451610"/>
                    <a:pt x="1470660" y="1390650"/>
                  </a:cubicBezTo>
                  <a:cubicBezTo>
                    <a:pt x="1511300" y="1267460"/>
                    <a:pt x="1555750" y="980440"/>
                    <a:pt x="1600200" y="812800"/>
                  </a:cubicBezTo>
                  <a:cubicBezTo>
                    <a:pt x="1634490" y="683260"/>
                    <a:pt x="1652270" y="533400"/>
                    <a:pt x="1705610" y="471170"/>
                  </a:cubicBezTo>
                  <a:cubicBezTo>
                    <a:pt x="1736090" y="434340"/>
                    <a:pt x="1783080" y="407670"/>
                    <a:pt x="1817370" y="412750"/>
                  </a:cubicBezTo>
                  <a:cubicBezTo>
                    <a:pt x="1854200" y="420370"/>
                    <a:pt x="1893570" y="476250"/>
                    <a:pt x="1917700" y="520700"/>
                  </a:cubicBezTo>
                  <a:cubicBezTo>
                    <a:pt x="1944370" y="570230"/>
                    <a:pt x="1951990" y="628650"/>
                    <a:pt x="1960880" y="701040"/>
                  </a:cubicBezTo>
                  <a:cubicBezTo>
                    <a:pt x="1973580" y="803910"/>
                    <a:pt x="1973580" y="966470"/>
                    <a:pt x="1968500" y="1084580"/>
                  </a:cubicBezTo>
                  <a:cubicBezTo>
                    <a:pt x="1963420" y="1186180"/>
                    <a:pt x="1954530" y="1314450"/>
                    <a:pt x="1936750" y="1366520"/>
                  </a:cubicBezTo>
                  <a:cubicBezTo>
                    <a:pt x="1929130" y="1388110"/>
                    <a:pt x="1924050" y="1400810"/>
                    <a:pt x="1911350" y="1409700"/>
                  </a:cubicBezTo>
                  <a:cubicBezTo>
                    <a:pt x="1898650" y="1419860"/>
                    <a:pt x="1878330" y="1426210"/>
                    <a:pt x="1861820" y="1426210"/>
                  </a:cubicBezTo>
                  <a:cubicBezTo>
                    <a:pt x="1846580" y="1424940"/>
                    <a:pt x="1831340" y="1419860"/>
                    <a:pt x="1816100" y="1404620"/>
                  </a:cubicBezTo>
                  <a:cubicBezTo>
                    <a:pt x="1786890" y="1376680"/>
                    <a:pt x="1761490" y="1311910"/>
                    <a:pt x="1734820" y="1233170"/>
                  </a:cubicBezTo>
                  <a:cubicBezTo>
                    <a:pt x="1682750" y="1083310"/>
                    <a:pt x="1604010" y="739140"/>
                    <a:pt x="1577340" y="548640"/>
                  </a:cubicBezTo>
                  <a:cubicBezTo>
                    <a:pt x="1559560" y="415290"/>
                    <a:pt x="1562100" y="293370"/>
                    <a:pt x="1562100" y="203200"/>
                  </a:cubicBezTo>
                  <a:cubicBezTo>
                    <a:pt x="1562100" y="146050"/>
                    <a:pt x="1560830" y="91440"/>
                    <a:pt x="1568450" y="62230"/>
                  </a:cubicBezTo>
                  <a:cubicBezTo>
                    <a:pt x="1572260" y="46990"/>
                    <a:pt x="1576070" y="39370"/>
                    <a:pt x="1583690" y="30480"/>
                  </a:cubicBezTo>
                  <a:cubicBezTo>
                    <a:pt x="1590040" y="21590"/>
                    <a:pt x="1600200" y="13970"/>
                    <a:pt x="1611630" y="8890"/>
                  </a:cubicBezTo>
                  <a:cubicBezTo>
                    <a:pt x="1625600" y="3810"/>
                    <a:pt x="1647190" y="0"/>
                    <a:pt x="1662430" y="6350"/>
                  </a:cubicBezTo>
                  <a:cubicBezTo>
                    <a:pt x="1681480" y="13970"/>
                    <a:pt x="1696720" y="29210"/>
                    <a:pt x="1710690" y="55880"/>
                  </a:cubicBezTo>
                  <a:cubicBezTo>
                    <a:pt x="1741170" y="115570"/>
                    <a:pt x="1747520" y="311150"/>
                    <a:pt x="1765300" y="393700"/>
                  </a:cubicBezTo>
                  <a:cubicBezTo>
                    <a:pt x="1776730" y="441960"/>
                    <a:pt x="1789430" y="462280"/>
                    <a:pt x="1798320" y="508000"/>
                  </a:cubicBezTo>
                  <a:cubicBezTo>
                    <a:pt x="1811020" y="571500"/>
                    <a:pt x="1813560" y="657860"/>
                    <a:pt x="1828800" y="740410"/>
                  </a:cubicBezTo>
                  <a:cubicBezTo>
                    <a:pt x="1845310" y="834390"/>
                    <a:pt x="1883410" y="963930"/>
                    <a:pt x="1897380" y="1042670"/>
                  </a:cubicBezTo>
                  <a:cubicBezTo>
                    <a:pt x="1907540" y="1092200"/>
                    <a:pt x="1916430" y="1137920"/>
                    <a:pt x="1915160" y="1165860"/>
                  </a:cubicBezTo>
                  <a:cubicBezTo>
                    <a:pt x="1913890" y="1182370"/>
                    <a:pt x="1912620" y="1191260"/>
                    <a:pt x="1905000" y="1201420"/>
                  </a:cubicBezTo>
                  <a:cubicBezTo>
                    <a:pt x="1894840" y="1216660"/>
                    <a:pt x="1866900" y="1239520"/>
                    <a:pt x="1845310" y="1242060"/>
                  </a:cubicBezTo>
                  <a:cubicBezTo>
                    <a:pt x="1823720" y="1243330"/>
                    <a:pt x="1791970" y="1228090"/>
                    <a:pt x="1779270" y="1215390"/>
                  </a:cubicBezTo>
                  <a:cubicBezTo>
                    <a:pt x="1769110" y="1205230"/>
                    <a:pt x="1765300" y="1195070"/>
                    <a:pt x="1762760" y="1182370"/>
                  </a:cubicBezTo>
                  <a:cubicBezTo>
                    <a:pt x="1757680" y="1163320"/>
                    <a:pt x="1760220" y="1146810"/>
                    <a:pt x="1761490" y="1115060"/>
                  </a:cubicBezTo>
                  <a:cubicBezTo>
                    <a:pt x="1766570" y="1038860"/>
                    <a:pt x="1797050" y="833120"/>
                    <a:pt x="1804670" y="722630"/>
                  </a:cubicBezTo>
                  <a:cubicBezTo>
                    <a:pt x="1811020" y="642620"/>
                    <a:pt x="1805940" y="588010"/>
                    <a:pt x="1813560" y="514350"/>
                  </a:cubicBezTo>
                  <a:cubicBezTo>
                    <a:pt x="1821180" y="430530"/>
                    <a:pt x="1832610" y="309880"/>
                    <a:pt x="1851660" y="247650"/>
                  </a:cubicBezTo>
                  <a:cubicBezTo>
                    <a:pt x="1861820" y="212090"/>
                    <a:pt x="1883410" y="190500"/>
                    <a:pt x="1889760" y="165100"/>
                  </a:cubicBezTo>
                  <a:cubicBezTo>
                    <a:pt x="1894840" y="146050"/>
                    <a:pt x="1887220" y="124460"/>
                    <a:pt x="1892300" y="109220"/>
                  </a:cubicBezTo>
                  <a:cubicBezTo>
                    <a:pt x="1896110" y="97790"/>
                    <a:pt x="1902460" y="86360"/>
                    <a:pt x="1913890" y="80010"/>
                  </a:cubicBezTo>
                  <a:cubicBezTo>
                    <a:pt x="1930400" y="68580"/>
                    <a:pt x="1965960" y="59690"/>
                    <a:pt x="1986280" y="64770"/>
                  </a:cubicBezTo>
                  <a:cubicBezTo>
                    <a:pt x="2004060" y="68580"/>
                    <a:pt x="2014220" y="74930"/>
                    <a:pt x="2030730" y="97790"/>
                  </a:cubicBezTo>
                  <a:cubicBezTo>
                    <a:pt x="2089150" y="175260"/>
                    <a:pt x="2264410" y="659130"/>
                    <a:pt x="2259330" y="740410"/>
                  </a:cubicBezTo>
                  <a:cubicBezTo>
                    <a:pt x="2258060" y="759460"/>
                    <a:pt x="2251710" y="765810"/>
                    <a:pt x="2242820" y="774700"/>
                  </a:cubicBezTo>
                  <a:cubicBezTo>
                    <a:pt x="2231390" y="787400"/>
                    <a:pt x="2209800" y="801370"/>
                    <a:pt x="2192020" y="803910"/>
                  </a:cubicBezTo>
                  <a:cubicBezTo>
                    <a:pt x="2174240" y="806450"/>
                    <a:pt x="2150110" y="798830"/>
                    <a:pt x="2134870" y="791210"/>
                  </a:cubicBezTo>
                  <a:cubicBezTo>
                    <a:pt x="2123440" y="783590"/>
                    <a:pt x="2114550" y="775970"/>
                    <a:pt x="2108200" y="762000"/>
                  </a:cubicBezTo>
                  <a:cubicBezTo>
                    <a:pt x="2098040" y="737870"/>
                    <a:pt x="2104390" y="692150"/>
                    <a:pt x="2096770" y="651510"/>
                  </a:cubicBezTo>
                  <a:cubicBezTo>
                    <a:pt x="2087880" y="603250"/>
                    <a:pt x="2073910" y="554990"/>
                    <a:pt x="2052320" y="492760"/>
                  </a:cubicBezTo>
                  <a:cubicBezTo>
                    <a:pt x="2021840" y="403860"/>
                    <a:pt x="1926590" y="234950"/>
                    <a:pt x="1918970" y="172720"/>
                  </a:cubicBezTo>
                  <a:cubicBezTo>
                    <a:pt x="1916430" y="147320"/>
                    <a:pt x="1918970" y="133350"/>
                    <a:pt x="1927860" y="119380"/>
                  </a:cubicBezTo>
                  <a:cubicBezTo>
                    <a:pt x="1939290" y="102870"/>
                    <a:pt x="1968500" y="85090"/>
                    <a:pt x="1987550" y="82550"/>
                  </a:cubicBezTo>
                  <a:cubicBezTo>
                    <a:pt x="2005330" y="80010"/>
                    <a:pt x="2025650" y="83820"/>
                    <a:pt x="2039620" y="96520"/>
                  </a:cubicBezTo>
                  <a:cubicBezTo>
                    <a:pt x="2058670" y="116840"/>
                    <a:pt x="2065020" y="156210"/>
                    <a:pt x="2072640" y="212090"/>
                  </a:cubicBezTo>
                  <a:cubicBezTo>
                    <a:pt x="2091690" y="347980"/>
                    <a:pt x="2073910" y="782320"/>
                    <a:pt x="2065020" y="933450"/>
                  </a:cubicBezTo>
                  <a:cubicBezTo>
                    <a:pt x="2061210" y="1003300"/>
                    <a:pt x="2063750" y="1041400"/>
                    <a:pt x="2049780" y="1085850"/>
                  </a:cubicBezTo>
                  <a:cubicBezTo>
                    <a:pt x="2035810" y="1123950"/>
                    <a:pt x="2016760" y="1181100"/>
                    <a:pt x="1986280" y="1187450"/>
                  </a:cubicBezTo>
                  <a:cubicBezTo>
                    <a:pt x="1949450" y="1196340"/>
                    <a:pt x="1875790" y="1145540"/>
                    <a:pt x="1832610" y="1090930"/>
                  </a:cubicBezTo>
                  <a:cubicBezTo>
                    <a:pt x="1765300" y="1004570"/>
                    <a:pt x="1719580" y="798830"/>
                    <a:pt x="1690370" y="669290"/>
                  </a:cubicBezTo>
                  <a:cubicBezTo>
                    <a:pt x="1667510" y="563880"/>
                    <a:pt x="1659890" y="459740"/>
                    <a:pt x="1656080" y="374650"/>
                  </a:cubicBezTo>
                  <a:cubicBezTo>
                    <a:pt x="1653540" y="309880"/>
                    <a:pt x="1647190" y="245110"/>
                    <a:pt x="1661160" y="204470"/>
                  </a:cubicBezTo>
                  <a:cubicBezTo>
                    <a:pt x="1671320" y="176530"/>
                    <a:pt x="1690370" y="154940"/>
                    <a:pt x="1706880" y="143510"/>
                  </a:cubicBezTo>
                  <a:cubicBezTo>
                    <a:pt x="1719580" y="137160"/>
                    <a:pt x="1732280" y="134620"/>
                    <a:pt x="1746250" y="137160"/>
                  </a:cubicBezTo>
                  <a:cubicBezTo>
                    <a:pt x="1762760" y="138430"/>
                    <a:pt x="1785620" y="148590"/>
                    <a:pt x="1798320" y="160020"/>
                  </a:cubicBezTo>
                  <a:cubicBezTo>
                    <a:pt x="1808480" y="168910"/>
                    <a:pt x="1812290" y="176530"/>
                    <a:pt x="1818640" y="193040"/>
                  </a:cubicBezTo>
                  <a:cubicBezTo>
                    <a:pt x="1833880" y="227330"/>
                    <a:pt x="1850390" y="297180"/>
                    <a:pt x="1858010" y="367030"/>
                  </a:cubicBezTo>
                  <a:cubicBezTo>
                    <a:pt x="1869440" y="471170"/>
                    <a:pt x="1864360" y="670560"/>
                    <a:pt x="1854200" y="759460"/>
                  </a:cubicBezTo>
                  <a:cubicBezTo>
                    <a:pt x="1849120" y="805180"/>
                    <a:pt x="1847850" y="829310"/>
                    <a:pt x="1831340" y="862330"/>
                  </a:cubicBezTo>
                  <a:cubicBezTo>
                    <a:pt x="1813560" y="900430"/>
                    <a:pt x="1783080" y="963930"/>
                    <a:pt x="1747520" y="971550"/>
                  </a:cubicBezTo>
                  <a:cubicBezTo>
                    <a:pt x="1705610" y="980440"/>
                    <a:pt x="1620520" y="924560"/>
                    <a:pt x="1590040" y="889000"/>
                  </a:cubicBezTo>
                  <a:cubicBezTo>
                    <a:pt x="1565910" y="862330"/>
                    <a:pt x="1560830" y="833120"/>
                    <a:pt x="1554480" y="795020"/>
                  </a:cubicBezTo>
                  <a:cubicBezTo>
                    <a:pt x="1544320" y="739140"/>
                    <a:pt x="1550670" y="643890"/>
                    <a:pt x="1555750" y="582930"/>
                  </a:cubicBezTo>
                  <a:cubicBezTo>
                    <a:pt x="1559560" y="537210"/>
                    <a:pt x="1555750" y="496570"/>
                    <a:pt x="1573530" y="463550"/>
                  </a:cubicBezTo>
                  <a:cubicBezTo>
                    <a:pt x="1591310" y="433070"/>
                    <a:pt x="1629410" y="405130"/>
                    <a:pt x="1661160" y="391160"/>
                  </a:cubicBezTo>
                  <a:cubicBezTo>
                    <a:pt x="1690370" y="378460"/>
                    <a:pt x="1733550" y="373380"/>
                    <a:pt x="1758950" y="379730"/>
                  </a:cubicBezTo>
                  <a:cubicBezTo>
                    <a:pt x="1778000" y="386080"/>
                    <a:pt x="1793240" y="401320"/>
                    <a:pt x="1803400" y="414020"/>
                  </a:cubicBezTo>
                  <a:cubicBezTo>
                    <a:pt x="1811020" y="424180"/>
                    <a:pt x="1814830" y="436880"/>
                    <a:pt x="1814830" y="449580"/>
                  </a:cubicBezTo>
                  <a:cubicBezTo>
                    <a:pt x="1814830" y="464820"/>
                    <a:pt x="1809750" y="488950"/>
                    <a:pt x="1799590" y="502920"/>
                  </a:cubicBezTo>
                  <a:cubicBezTo>
                    <a:pt x="1788160" y="516890"/>
                    <a:pt x="1751330" y="532130"/>
                    <a:pt x="1751330" y="532130"/>
                  </a:cubicBezTo>
                </a:path>
              </a:pathLst>
            </a:custGeom>
            <a:solidFill>
              <a:srgbClr val="FFFFFF"/>
            </a:solidFill>
            <a:ln cap="sq">
              <a:noFill/>
              <a:prstDash val="solid"/>
              <a:miter/>
            </a:ln>
          </p:spPr>
        </p:sp>
      </p:grpSp>
      <p:grpSp>
        <p:nvGrpSpPr>
          <p:cNvPr id="44" name="Group 44"/>
          <p:cNvGrpSpPr/>
          <p:nvPr/>
        </p:nvGrpSpPr>
        <p:grpSpPr>
          <a:xfrm>
            <a:off x="11675745" y="40005"/>
            <a:ext cx="1576388" cy="584835"/>
            <a:chOff x="0" y="0"/>
            <a:chExt cx="2101850" cy="779780"/>
          </a:xfrm>
        </p:grpSpPr>
        <p:sp>
          <p:nvSpPr>
            <p:cNvPr id="45" name="Freeform 45"/>
            <p:cNvSpPr/>
            <p:nvPr/>
          </p:nvSpPr>
          <p:spPr>
            <a:xfrm>
              <a:off x="48260" y="50800"/>
              <a:ext cx="2007870" cy="699770"/>
            </a:xfrm>
            <a:custGeom>
              <a:avLst/>
              <a:gdLst/>
              <a:ahLst/>
              <a:cxnLst/>
              <a:rect l="l" t="t" r="r" b="b"/>
              <a:pathLst>
                <a:path w="2007870" h="699770">
                  <a:moveTo>
                    <a:pt x="81280" y="0"/>
                  </a:moveTo>
                  <a:cubicBezTo>
                    <a:pt x="767080" y="104140"/>
                    <a:pt x="1443990" y="271780"/>
                    <a:pt x="1680210" y="334010"/>
                  </a:cubicBezTo>
                  <a:cubicBezTo>
                    <a:pt x="1779270" y="360680"/>
                    <a:pt x="1836420" y="360680"/>
                    <a:pt x="1891030" y="397510"/>
                  </a:cubicBezTo>
                  <a:cubicBezTo>
                    <a:pt x="1940560" y="429260"/>
                    <a:pt x="2007870" y="495300"/>
                    <a:pt x="2002790" y="527050"/>
                  </a:cubicBezTo>
                  <a:cubicBezTo>
                    <a:pt x="1998980" y="552450"/>
                    <a:pt x="1938020" y="568960"/>
                    <a:pt x="1905000" y="582930"/>
                  </a:cubicBezTo>
                  <a:cubicBezTo>
                    <a:pt x="1874520" y="595630"/>
                    <a:pt x="1850390" y="601980"/>
                    <a:pt x="1812290" y="609600"/>
                  </a:cubicBezTo>
                  <a:cubicBezTo>
                    <a:pt x="1751330" y="623570"/>
                    <a:pt x="1654810" y="636270"/>
                    <a:pt x="1572260" y="645160"/>
                  </a:cubicBezTo>
                  <a:cubicBezTo>
                    <a:pt x="1483360" y="655320"/>
                    <a:pt x="1404620" y="660400"/>
                    <a:pt x="1295400" y="665480"/>
                  </a:cubicBezTo>
                  <a:cubicBezTo>
                    <a:pt x="1139190" y="673100"/>
                    <a:pt x="815340" y="699770"/>
                    <a:pt x="718820" y="676910"/>
                  </a:cubicBezTo>
                  <a:cubicBezTo>
                    <a:pt x="683260" y="668020"/>
                    <a:pt x="665480" y="657860"/>
                    <a:pt x="651510" y="641350"/>
                  </a:cubicBezTo>
                  <a:cubicBezTo>
                    <a:pt x="641350" y="627380"/>
                    <a:pt x="637540" y="607060"/>
                    <a:pt x="637540" y="591820"/>
                  </a:cubicBezTo>
                  <a:cubicBezTo>
                    <a:pt x="638810" y="575310"/>
                    <a:pt x="646430" y="556260"/>
                    <a:pt x="656590" y="543560"/>
                  </a:cubicBezTo>
                  <a:cubicBezTo>
                    <a:pt x="668020" y="530860"/>
                    <a:pt x="684530" y="519430"/>
                    <a:pt x="701040" y="516890"/>
                  </a:cubicBezTo>
                  <a:cubicBezTo>
                    <a:pt x="722630" y="514350"/>
                    <a:pt x="758190" y="524510"/>
                    <a:pt x="774700" y="537210"/>
                  </a:cubicBezTo>
                  <a:cubicBezTo>
                    <a:pt x="787400" y="547370"/>
                    <a:pt x="797560" y="565150"/>
                    <a:pt x="798830" y="582930"/>
                  </a:cubicBezTo>
                  <a:cubicBezTo>
                    <a:pt x="800100" y="603250"/>
                    <a:pt x="789940" y="638810"/>
                    <a:pt x="774700" y="654050"/>
                  </a:cubicBezTo>
                  <a:cubicBezTo>
                    <a:pt x="758190" y="669290"/>
                    <a:pt x="722630" y="676910"/>
                    <a:pt x="701040" y="674370"/>
                  </a:cubicBezTo>
                  <a:cubicBezTo>
                    <a:pt x="684530" y="671830"/>
                    <a:pt x="668020" y="660400"/>
                    <a:pt x="656590" y="647700"/>
                  </a:cubicBezTo>
                  <a:cubicBezTo>
                    <a:pt x="646430" y="635000"/>
                    <a:pt x="638810" y="615950"/>
                    <a:pt x="637540" y="600710"/>
                  </a:cubicBezTo>
                  <a:cubicBezTo>
                    <a:pt x="637540" y="584200"/>
                    <a:pt x="642620" y="563880"/>
                    <a:pt x="651510" y="549910"/>
                  </a:cubicBezTo>
                  <a:cubicBezTo>
                    <a:pt x="660400" y="537210"/>
                    <a:pt x="669290" y="527050"/>
                    <a:pt x="693420" y="519430"/>
                  </a:cubicBezTo>
                  <a:cubicBezTo>
                    <a:pt x="772160" y="491490"/>
                    <a:pt x="1079500" y="520700"/>
                    <a:pt x="1273810" y="508000"/>
                  </a:cubicBezTo>
                  <a:cubicBezTo>
                    <a:pt x="1469390" y="495300"/>
                    <a:pt x="1812290" y="393700"/>
                    <a:pt x="1864360" y="445770"/>
                  </a:cubicBezTo>
                  <a:cubicBezTo>
                    <a:pt x="1885950" y="467360"/>
                    <a:pt x="1874520" y="534670"/>
                    <a:pt x="1852930" y="548640"/>
                  </a:cubicBezTo>
                  <a:cubicBezTo>
                    <a:pt x="1823720" y="567690"/>
                    <a:pt x="1741170" y="508000"/>
                    <a:pt x="1659890" y="485140"/>
                  </a:cubicBezTo>
                  <a:cubicBezTo>
                    <a:pt x="1526540" y="445770"/>
                    <a:pt x="1313180" y="393700"/>
                    <a:pt x="1123950" y="347980"/>
                  </a:cubicBezTo>
                  <a:cubicBezTo>
                    <a:pt x="913130" y="295910"/>
                    <a:pt x="650240" y="227330"/>
                    <a:pt x="453390" y="191770"/>
                  </a:cubicBezTo>
                  <a:cubicBezTo>
                    <a:pt x="302260" y="165100"/>
                    <a:pt x="110490" y="167640"/>
                    <a:pt x="48260" y="139700"/>
                  </a:cubicBezTo>
                  <a:cubicBezTo>
                    <a:pt x="26670" y="129540"/>
                    <a:pt x="17780" y="120650"/>
                    <a:pt x="10160" y="105410"/>
                  </a:cubicBezTo>
                  <a:cubicBezTo>
                    <a:pt x="2540" y="91440"/>
                    <a:pt x="0" y="71120"/>
                    <a:pt x="2540" y="54610"/>
                  </a:cubicBezTo>
                  <a:cubicBezTo>
                    <a:pt x="6350" y="39370"/>
                    <a:pt x="19050" y="21590"/>
                    <a:pt x="31750" y="12700"/>
                  </a:cubicBezTo>
                  <a:cubicBezTo>
                    <a:pt x="44450" y="2540"/>
                    <a:pt x="81280" y="0"/>
                    <a:pt x="81280" y="0"/>
                  </a:cubicBezTo>
                </a:path>
              </a:pathLst>
            </a:custGeom>
            <a:solidFill>
              <a:srgbClr val="FFFFFF"/>
            </a:solidFill>
            <a:ln cap="sq">
              <a:noFill/>
              <a:prstDash val="solid"/>
              <a:miter/>
            </a:ln>
          </p:spPr>
        </p:sp>
      </p:grpSp>
      <p:sp>
        <p:nvSpPr>
          <p:cNvPr id="46" name="Freeform 46"/>
          <p:cNvSpPr/>
          <p:nvPr/>
        </p:nvSpPr>
        <p:spPr>
          <a:xfrm>
            <a:off x="817747" y="2052649"/>
            <a:ext cx="14743214" cy="6889928"/>
          </a:xfrm>
          <a:custGeom>
            <a:avLst/>
            <a:gdLst/>
            <a:ahLst/>
            <a:cxnLst/>
            <a:rect l="l" t="t" r="r" b="b"/>
            <a:pathLst>
              <a:path w="14743214" h="6889928">
                <a:moveTo>
                  <a:pt x="0" y="0"/>
                </a:moveTo>
                <a:lnTo>
                  <a:pt x="14743214" y="0"/>
                </a:lnTo>
                <a:lnTo>
                  <a:pt x="14743214" y="6889929"/>
                </a:lnTo>
                <a:lnTo>
                  <a:pt x="0" y="6889929"/>
                </a:lnTo>
                <a:lnTo>
                  <a:pt x="0" y="0"/>
                </a:lnTo>
                <a:close/>
              </a:path>
            </a:pathLst>
          </a:custGeom>
          <a:blipFill>
            <a:blip r:embed="rId2"/>
            <a:stretch>
              <a:fillRect/>
            </a:stretch>
          </a:blipFill>
        </p:spPr>
      </p:sp>
      <p:sp>
        <p:nvSpPr>
          <p:cNvPr id="47" name="TextBox 47"/>
          <p:cNvSpPr txBox="1"/>
          <p:nvPr/>
        </p:nvSpPr>
        <p:spPr>
          <a:xfrm>
            <a:off x="230423" y="780097"/>
            <a:ext cx="15330538" cy="1790700"/>
          </a:xfrm>
          <a:prstGeom prst="rect">
            <a:avLst/>
          </a:prstGeom>
        </p:spPr>
        <p:txBody>
          <a:bodyPr lIns="0" tIns="0" rIns="0" bIns="0" rtlCol="0" anchor="t">
            <a:spAutoFit/>
          </a:bodyPr>
          <a:lstStyle/>
          <a:p>
            <a:pPr algn="l">
              <a:lnSpc>
                <a:spcPts val="7080"/>
              </a:lnSpc>
            </a:pPr>
            <a:r>
              <a:rPr lang="en-US" sz="5900" b="1">
                <a:solidFill>
                  <a:srgbClr val="1B517B"/>
                </a:solidFill>
                <a:latin typeface="Barlow Ultra-Bold"/>
                <a:ea typeface="Barlow Ultra-Bold"/>
                <a:cs typeface="Barlow Ultra-Bold"/>
                <a:sym typeface="Barlow Ultra-Bold"/>
              </a:rPr>
              <a:t>VISIÓN DE DOCTOR PARA HACER PETICIONES</a:t>
            </a:r>
          </a:p>
          <a:p>
            <a:pPr algn="l">
              <a:lnSpc>
                <a:spcPts val="7080"/>
              </a:lnSpc>
            </a:pPr>
            <a:endParaRPr lang="en-US" sz="5900" b="1">
              <a:solidFill>
                <a:srgbClr val="1B517B"/>
              </a:solidFill>
              <a:latin typeface="Barlow Ultra-Bold"/>
              <a:ea typeface="Barlow Ultra-Bold"/>
              <a:cs typeface="Barlow Ultra-Bold"/>
              <a:sym typeface="Barlow Ultra-Bo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20741" y="1028700"/>
            <a:ext cx="8608205" cy="876300"/>
          </a:xfrm>
          <a:prstGeom prst="rect">
            <a:avLst/>
          </a:prstGeom>
        </p:spPr>
        <p:txBody>
          <a:bodyPr lIns="0" tIns="0" rIns="0" bIns="0" rtlCol="0" anchor="t">
            <a:spAutoFit/>
          </a:bodyPr>
          <a:lstStyle/>
          <a:p>
            <a:pPr algn="ctr">
              <a:lnSpc>
                <a:spcPts val="6960"/>
              </a:lnSpc>
            </a:pPr>
            <a:r>
              <a:rPr lang="en-US" sz="5800" b="1">
                <a:solidFill>
                  <a:srgbClr val="1B517B"/>
                </a:solidFill>
                <a:latin typeface="Barlow Ultra-Bold"/>
                <a:ea typeface="Barlow Ultra-Bold"/>
                <a:cs typeface="Barlow Ultra-Bold"/>
                <a:sym typeface="Barlow Ultra-Bold"/>
              </a:rPr>
              <a:t>SOFT SKILLS</a:t>
            </a:r>
          </a:p>
        </p:txBody>
      </p:sp>
      <p:grpSp>
        <p:nvGrpSpPr>
          <p:cNvPr id="3" name="Group 3"/>
          <p:cNvGrpSpPr/>
          <p:nvPr/>
        </p:nvGrpSpPr>
        <p:grpSpPr>
          <a:xfrm rot="5100464">
            <a:off x="5270878" y="-8472144"/>
            <a:ext cx="4546206" cy="13623969"/>
            <a:chOff x="0" y="0"/>
            <a:chExt cx="1197355" cy="3588206"/>
          </a:xfrm>
        </p:grpSpPr>
        <p:sp>
          <p:nvSpPr>
            <p:cNvPr id="4" name="Freeform 4"/>
            <p:cNvSpPr/>
            <p:nvPr/>
          </p:nvSpPr>
          <p:spPr>
            <a:xfrm>
              <a:off x="0" y="0"/>
              <a:ext cx="1197355" cy="3588206"/>
            </a:xfrm>
            <a:custGeom>
              <a:avLst/>
              <a:gdLst/>
              <a:ahLst/>
              <a:cxnLst/>
              <a:rect l="l" t="t" r="r" b="b"/>
              <a:pathLst>
                <a:path w="1197355" h="3588206">
                  <a:moveTo>
                    <a:pt x="0" y="0"/>
                  </a:moveTo>
                  <a:lnTo>
                    <a:pt x="1197355" y="0"/>
                  </a:lnTo>
                  <a:lnTo>
                    <a:pt x="1197355" y="3588206"/>
                  </a:lnTo>
                  <a:lnTo>
                    <a:pt x="0" y="3588206"/>
                  </a:lnTo>
                  <a:close/>
                </a:path>
              </a:pathLst>
            </a:custGeom>
            <a:solidFill>
              <a:srgbClr val="1B517B"/>
            </a:solidFill>
          </p:spPr>
        </p:sp>
        <p:sp>
          <p:nvSpPr>
            <p:cNvPr id="5" name="TextBox 5"/>
            <p:cNvSpPr txBox="1"/>
            <p:nvPr/>
          </p:nvSpPr>
          <p:spPr>
            <a:xfrm>
              <a:off x="0" y="-57150"/>
              <a:ext cx="1197355" cy="3645356"/>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rot="-6433443">
            <a:off x="1142085" y="-5758470"/>
            <a:ext cx="4063084" cy="9197401"/>
            <a:chOff x="0" y="0"/>
            <a:chExt cx="1070113" cy="2422361"/>
          </a:xfrm>
        </p:grpSpPr>
        <p:sp>
          <p:nvSpPr>
            <p:cNvPr id="7" name="Freeform 7"/>
            <p:cNvSpPr/>
            <p:nvPr/>
          </p:nvSpPr>
          <p:spPr>
            <a:xfrm>
              <a:off x="0" y="0"/>
              <a:ext cx="1070113" cy="2422361"/>
            </a:xfrm>
            <a:custGeom>
              <a:avLst/>
              <a:gdLst/>
              <a:ahLst/>
              <a:cxnLst/>
              <a:rect l="l" t="t" r="r" b="b"/>
              <a:pathLst>
                <a:path w="1070113" h="2422361">
                  <a:moveTo>
                    <a:pt x="0" y="0"/>
                  </a:moveTo>
                  <a:lnTo>
                    <a:pt x="1070113" y="0"/>
                  </a:lnTo>
                  <a:lnTo>
                    <a:pt x="1070113" y="2422361"/>
                  </a:lnTo>
                  <a:lnTo>
                    <a:pt x="0" y="2422361"/>
                  </a:lnTo>
                  <a:close/>
                </a:path>
              </a:pathLst>
            </a:custGeom>
            <a:solidFill>
              <a:srgbClr val="F1B04E"/>
            </a:solidFill>
          </p:spPr>
        </p:sp>
        <p:sp>
          <p:nvSpPr>
            <p:cNvPr id="8" name="TextBox 8"/>
            <p:cNvSpPr txBox="1"/>
            <p:nvPr/>
          </p:nvSpPr>
          <p:spPr>
            <a:xfrm>
              <a:off x="0" y="-57150"/>
              <a:ext cx="1070113" cy="2479511"/>
            </a:xfrm>
            <a:prstGeom prst="rect">
              <a:avLst/>
            </a:prstGeom>
          </p:spPr>
          <p:txBody>
            <a:bodyPr lIns="50800" tIns="50800" rIns="50800" bIns="50800" rtlCol="0" anchor="ctr"/>
            <a:lstStyle/>
            <a:p>
              <a:pPr algn="ctr">
                <a:lnSpc>
                  <a:spcPts val="2520"/>
                </a:lnSpc>
              </a:pPr>
              <a:endParaRPr/>
            </a:p>
          </p:txBody>
        </p:sp>
      </p:grpSp>
      <p:sp>
        <p:nvSpPr>
          <p:cNvPr id="9" name="TextBox 9"/>
          <p:cNvSpPr txBox="1"/>
          <p:nvPr/>
        </p:nvSpPr>
        <p:spPr>
          <a:xfrm>
            <a:off x="2118891" y="2598659"/>
            <a:ext cx="13611906" cy="5995924"/>
          </a:xfrm>
          <a:prstGeom prst="rect">
            <a:avLst/>
          </a:prstGeom>
        </p:spPr>
        <p:txBody>
          <a:bodyPr lIns="0" tIns="0" rIns="0" bIns="0" rtlCol="0" anchor="t">
            <a:spAutoFit/>
          </a:bodyPr>
          <a:lstStyle/>
          <a:p>
            <a:pPr marL="561339" lvl="1" indent="-280669" algn="just">
              <a:lnSpc>
                <a:spcPts val="3795"/>
              </a:lnSpc>
              <a:buFont typeface="Arial"/>
              <a:buChar char="•"/>
            </a:pPr>
            <a:r>
              <a:rPr lang="en-US" sz="2599">
                <a:solidFill>
                  <a:srgbClr val="000000"/>
                </a:solidFill>
                <a:latin typeface="Poppins"/>
                <a:ea typeface="Poppins"/>
                <a:cs typeface="Poppins"/>
                <a:sym typeface="Poppins"/>
              </a:rPr>
              <a:t>Planificación, coordinación y seguimiento de proyectos informáticos.</a:t>
            </a:r>
          </a:p>
          <a:p>
            <a:pPr algn="just">
              <a:lnSpc>
                <a:spcPts val="3795"/>
              </a:lnSpc>
            </a:pPr>
            <a:endParaRPr lang="en-US" sz="2599">
              <a:solidFill>
                <a:srgbClr val="000000"/>
              </a:solidFill>
              <a:latin typeface="Poppins"/>
              <a:ea typeface="Poppins"/>
              <a:cs typeface="Poppins"/>
              <a:sym typeface="Poppins"/>
            </a:endParaRPr>
          </a:p>
          <a:p>
            <a:pPr marL="561339" lvl="1" indent="-280669" algn="just">
              <a:lnSpc>
                <a:spcPts val="3795"/>
              </a:lnSpc>
              <a:buFont typeface="Arial"/>
              <a:buChar char="•"/>
            </a:pPr>
            <a:r>
              <a:rPr lang="en-US" sz="2599">
                <a:solidFill>
                  <a:srgbClr val="000000"/>
                </a:solidFill>
                <a:latin typeface="Poppins"/>
                <a:ea typeface="Poppins"/>
                <a:cs typeface="Poppins"/>
                <a:sym typeface="Poppins"/>
              </a:rPr>
              <a:t>Gestión de proyectos.</a:t>
            </a:r>
          </a:p>
          <a:p>
            <a:pPr algn="just">
              <a:lnSpc>
                <a:spcPts val="3795"/>
              </a:lnSpc>
            </a:pPr>
            <a:endParaRPr lang="en-US" sz="2599">
              <a:solidFill>
                <a:srgbClr val="000000"/>
              </a:solidFill>
              <a:latin typeface="Poppins"/>
              <a:ea typeface="Poppins"/>
              <a:cs typeface="Poppins"/>
              <a:sym typeface="Poppins"/>
            </a:endParaRPr>
          </a:p>
          <a:p>
            <a:pPr marL="561339" lvl="1" indent="-280669" algn="just">
              <a:lnSpc>
                <a:spcPts val="3795"/>
              </a:lnSpc>
              <a:buFont typeface="Arial"/>
              <a:buChar char="•"/>
            </a:pPr>
            <a:r>
              <a:rPr lang="en-US" sz="2599">
                <a:solidFill>
                  <a:srgbClr val="000000"/>
                </a:solidFill>
                <a:latin typeface="Poppins"/>
                <a:ea typeface="Poppins"/>
                <a:cs typeface="Poppins"/>
                <a:sym typeface="Poppins"/>
              </a:rPr>
              <a:t>Colaboración efectiva con profesionales de diversas disciplinas.</a:t>
            </a:r>
          </a:p>
          <a:p>
            <a:pPr algn="just">
              <a:lnSpc>
                <a:spcPts val="3795"/>
              </a:lnSpc>
            </a:pPr>
            <a:endParaRPr lang="en-US" sz="2599">
              <a:solidFill>
                <a:srgbClr val="000000"/>
              </a:solidFill>
              <a:latin typeface="Poppins"/>
              <a:ea typeface="Poppins"/>
              <a:cs typeface="Poppins"/>
              <a:sym typeface="Poppins"/>
            </a:endParaRPr>
          </a:p>
          <a:p>
            <a:pPr marL="561339" lvl="1" indent="-280669" algn="just">
              <a:lnSpc>
                <a:spcPts val="3795"/>
              </a:lnSpc>
              <a:buFont typeface="Arial"/>
              <a:buChar char="•"/>
            </a:pPr>
            <a:r>
              <a:rPr lang="en-US" sz="2599">
                <a:solidFill>
                  <a:srgbClr val="000000"/>
                </a:solidFill>
                <a:latin typeface="Poppins"/>
                <a:ea typeface="Poppins"/>
                <a:cs typeface="Poppins"/>
                <a:sym typeface="Poppins"/>
              </a:rPr>
              <a:t>Capacidad de explicar soluciones técnicas a públicos no especializados.</a:t>
            </a:r>
          </a:p>
          <a:p>
            <a:pPr algn="just">
              <a:lnSpc>
                <a:spcPts val="3795"/>
              </a:lnSpc>
            </a:pPr>
            <a:endParaRPr lang="en-US" sz="2599">
              <a:solidFill>
                <a:srgbClr val="000000"/>
              </a:solidFill>
              <a:latin typeface="Poppins"/>
              <a:ea typeface="Poppins"/>
              <a:cs typeface="Poppins"/>
              <a:sym typeface="Poppins"/>
            </a:endParaRPr>
          </a:p>
          <a:p>
            <a:pPr marL="561339" lvl="1" indent="-280669" algn="just">
              <a:lnSpc>
                <a:spcPts val="3795"/>
              </a:lnSpc>
              <a:buFont typeface="Arial"/>
              <a:buChar char="•"/>
            </a:pPr>
            <a:r>
              <a:rPr lang="en-US" sz="2599">
                <a:solidFill>
                  <a:srgbClr val="000000"/>
                </a:solidFill>
                <a:latin typeface="Poppins"/>
                <a:ea typeface="Poppins"/>
                <a:cs typeface="Poppins"/>
                <a:sym typeface="Poppins"/>
              </a:rPr>
              <a:t>Identificar, analizar y solucionar problemas de forma lógica y eficiente.</a:t>
            </a:r>
          </a:p>
          <a:p>
            <a:pPr algn="just">
              <a:lnSpc>
                <a:spcPts val="3795"/>
              </a:lnSpc>
            </a:pPr>
            <a:endParaRPr lang="en-US" sz="2599">
              <a:solidFill>
                <a:srgbClr val="000000"/>
              </a:solidFill>
              <a:latin typeface="Poppins"/>
              <a:ea typeface="Poppins"/>
              <a:cs typeface="Poppins"/>
              <a:sym typeface="Poppins"/>
            </a:endParaRPr>
          </a:p>
          <a:p>
            <a:pPr marL="561339" lvl="1" indent="-280669" algn="just">
              <a:lnSpc>
                <a:spcPts val="3795"/>
              </a:lnSpc>
              <a:buFont typeface="Arial"/>
              <a:buChar char="•"/>
            </a:pPr>
            <a:r>
              <a:rPr lang="en-US" sz="2599">
                <a:solidFill>
                  <a:srgbClr val="000000"/>
                </a:solidFill>
                <a:latin typeface="Poppins"/>
                <a:ea typeface="Poppins"/>
                <a:cs typeface="Poppins"/>
                <a:sym typeface="Poppins"/>
              </a:rPr>
              <a:t>Compromiso con la seguridad, privacidad y el uso ético de la tecnología.</a:t>
            </a:r>
          </a:p>
          <a:p>
            <a:pPr algn="just">
              <a:lnSpc>
                <a:spcPts val="2879"/>
              </a:lnSpc>
            </a:pPr>
            <a:endParaRPr lang="en-US" sz="2599">
              <a:solidFill>
                <a:srgbClr val="000000"/>
              </a:solidFill>
              <a:latin typeface="Poppins"/>
              <a:ea typeface="Poppins"/>
              <a:cs typeface="Poppins"/>
              <a:sym typeface="Poppins"/>
            </a:endParaRPr>
          </a:p>
          <a:p>
            <a:pPr algn="just">
              <a:lnSpc>
                <a:spcPts val="2879"/>
              </a:lnSpc>
            </a:pPr>
            <a:endParaRPr lang="en-US" sz="2599">
              <a:solidFill>
                <a:srgbClr val="000000"/>
              </a:solidFill>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755987" y="1028700"/>
            <a:ext cx="8608205" cy="876300"/>
          </a:xfrm>
          <a:prstGeom prst="rect">
            <a:avLst/>
          </a:prstGeom>
        </p:spPr>
        <p:txBody>
          <a:bodyPr lIns="0" tIns="0" rIns="0" bIns="0" rtlCol="0" anchor="t">
            <a:spAutoFit/>
          </a:bodyPr>
          <a:lstStyle/>
          <a:p>
            <a:pPr algn="ctr">
              <a:lnSpc>
                <a:spcPts val="6960"/>
              </a:lnSpc>
            </a:pPr>
            <a:r>
              <a:rPr lang="en-US" sz="5800" b="1">
                <a:solidFill>
                  <a:srgbClr val="1B517B"/>
                </a:solidFill>
                <a:latin typeface="Barlow Ultra-Bold"/>
                <a:ea typeface="Barlow Ultra-Bold"/>
                <a:cs typeface="Barlow Ultra-Bold"/>
                <a:sym typeface="Barlow Ultra-Bold"/>
              </a:rPr>
              <a:t>HARD SKILLS</a:t>
            </a:r>
          </a:p>
        </p:txBody>
      </p:sp>
      <p:grpSp>
        <p:nvGrpSpPr>
          <p:cNvPr id="3" name="Group 3"/>
          <p:cNvGrpSpPr/>
          <p:nvPr/>
        </p:nvGrpSpPr>
        <p:grpSpPr>
          <a:xfrm rot="5100464">
            <a:off x="5270878" y="-8472144"/>
            <a:ext cx="4546206" cy="13623969"/>
            <a:chOff x="0" y="0"/>
            <a:chExt cx="1197355" cy="3588206"/>
          </a:xfrm>
        </p:grpSpPr>
        <p:sp>
          <p:nvSpPr>
            <p:cNvPr id="4" name="Freeform 4"/>
            <p:cNvSpPr/>
            <p:nvPr/>
          </p:nvSpPr>
          <p:spPr>
            <a:xfrm>
              <a:off x="0" y="0"/>
              <a:ext cx="1197355" cy="3588206"/>
            </a:xfrm>
            <a:custGeom>
              <a:avLst/>
              <a:gdLst/>
              <a:ahLst/>
              <a:cxnLst/>
              <a:rect l="l" t="t" r="r" b="b"/>
              <a:pathLst>
                <a:path w="1197355" h="3588206">
                  <a:moveTo>
                    <a:pt x="0" y="0"/>
                  </a:moveTo>
                  <a:lnTo>
                    <a:pt x="1197355" y="0"/>
                  </a:lnTo>
                  <a:lnTo>
                    <a:pt x="1197355" y="3588206"/>
                  </a:lnTo>
                  <a:lnTo>
                    <a:pt x="0" y="3588206"/>
                  </a:lnTo>
                  <a:close/>
                </a:path>
              </a:pathLst>
            </a:custGeom>
            <a:solidFill>
              <a:srgbClr val="1B517B"/>
            </a:solidFill>
          </p:spPr>
        </p:sp>
        <p:sp>
          <p:nvSpPr>
            <p:cNvPr id="5" name="TextBox 5"/>
            <p:cNvSpPr txBox="1"/>
            <p:nvPr/>
          </p:nvSpPr>
          <p:spPr>
            <a:xfrm>
              <a:off x="0" y="-57150"/>
              <a:ext cx="1197355" cy="3645356"/>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rot="-6433443">
            <a:off x="1142085" y="-5758470"/>
            <a:ext cx="4063084" cy="9197401"/>
            <a:chOff x="0" y="0"/>
            <a:chExt cx="1070113" cy="2422361"/>
          </a:xfrm>
        </p:grpSpPr>
        <p:sp>
          <p:nvSpPr>
            <p:cNvPr id="7" name="Freeform 7"/>
            <p:cNvSpPr/>
            <p:nvPr/>
          </p:nvSpPr>
          <p:spPr>
            <a:xfrm>
              <a:off x="0" y="0"/>
              <a:ext cx="1070113" cy="2422361"/>
            </a:xfrm>
            <a:custGeom>
              <a:avLst/>
              <a:gdLst/>
              <a:ahLst/>
              <a:cxnLst/>
              <a:rect l="l" t="t" r="r" b="b"/>
              <a:pathLst>
                <a:path w="1070113" h="2422361">
                  <a:moveTo>
                    <a:pt x="0" y="0"/>
                  </a:moveTo>
                  <a:lnTo>
                    <a:pt x="1070113" y="0"/>
                  </a:lnTo>
                  <a:lnTo>
                    <a:pt x="1070113" y="2422361"/>
                  </a:lnTo>
                  <a:lnTo>
                    <a:pt x="0" y="2422361"/>
                  </a:lnTo>
                  <a:close/>
                </a:path>
              </a:pathLst>
            </a:custGeom>
            <a:solidFill>
              <a:srgbClr val="F1B04E"/>
            </a:solidFill>
          </p:spPr>
        </p:sp>
        <p:sp>
          <p:nvSpPr>
            <p:cNvPr id="8" name="TextBox 8"/>
            <p:cNvSpPr txBox="1"/>
            <p:nvPr/>
          </p:nvSpPr>
          <p:spPr>
            <a:xfrm>
              <a:off x="0" y="-57150"/>
              <a:ext cx="1070113" cy="2479511"/>
            </a:xfrm>
            <a:prstGeom prst="rect">
              <a:avLst/>
            </a:prstGeom>
          </p:spPr>
          <p:txBody>
            <a:bodyPr lIns="50800" tIns="50800" rIns="50800" bIns="50800" rtlCol="0" anchor="ctr"/>
            <a:lstStyle/>
            <a:p>
              <a:pPr algn="ctr">
                <a:lnSpc>
                  <a:spcPts val="2520"/>
                </a:lnSpc>
              </a:pPr>
              <a:endParaRPr/>
            </a:p>
          </p:txBody>
        </p:sp>
      </p:grpSp>
      <p:sp>
        <p:nvSpPr>
          <p:cNvPr id="9" name="TextBox 9"/>
          <p:cNvSpPr txBox="1"/>
          <p:nvPr/>
        </p:nvSpPr>
        <p:spPr>
          <a:xfrm>
            <a:off x="1279893" y="2565804"/>
            <a:ext cx="15560393" cy="6543139"/>
          </a:xfrm>
          <a:prstGeom prst="rect">
            <a:avLst/>
          </a:prstGeom>
        </p:spPr>
        <p:txBody>
          <a:bodyPr lIns="0" tIns="0" rIns="0" bIns="0" rtlCol="0" anchor="t">
            <a:spAutoFit/>
          </a:bodyPr>
          <a:lstStyle/>
          <a:p>
            <a:pPr marL="821324" lvl="1" indent="-410662" algn="l">
              <a:lnSpc>
                <a:spcPts val="7494"/>
              </a:lnSpc>
              <a:buFont typeface="Arial"/>
              <a:buChar char="•"/>
            </a:pPr>
            <a:r>
              <a:rPr lang="en-US" sz="3804">
                <a:solidFill>
                  <a:srgbClr val="000000"/>
                </a:solidFill>
                <a:latin typeface="Poppins"/>
                <a:ea typeface="Poppins"/>
                <a:cs typeface="Poppins"/>
                <a:sym typeface="Poppins"/>
              </a:rPr>
              <a:t>Uso de Lenguajes como: PHP, Python, JavaScript, SQL.</a:t>
            </a:r>
          </a:p>
          <a:p>
            <a:pPr marL="821324" lvl="1" indent="-410662" algn="l">
              <a:lnSpc>
                <a:spcPts val="7494"/>
              </a:lnSpc>
              <a:buFont typeface="Arial"/>
              <a:buChar char="•"/>
            </a:pPr>
            <a:r>
              <a:rPr lang="en-US" sz="3804">
                <a:solidFill>
                  <a:srgbClr val="000000"/>
                </a:solidFill>
                <a:latin typeface="Poppins"/>
                <a:ea typeface="Poppins"/>
                <a:cs typeface="Poppins"/>
                <a:sym typeface="Poppins"/>
              </a:rPr>
              <a:t>Para el FrontEnd se utilizó: HTML, CSS, JS </a:t>
            </a:r>
          </a:p>
          <a:p>
            <a:pPr marL="821324" lvl="1" indent="-410662" algn="l">
              <a:lnSpc>
                <a:spcPts val="7494"/>
              </a:lnSpc>
              <a:buFont typeface="Arial"/>
              <a:buChar char="•"/>
            </a:pPr>
            <a:r>
              <a:rPr lang="en-US" sz="3804">
                <a:solidFill>
                  <a:srgbClr val="000000"/>
                </a:solidFill>
                <a:latin typeface="Poppins"/>
                <a:ea typeface="Poppins"/>
                <a:cs typeface="Poppins"/>
                <a:sym typeface="Poppins"/>
              </a:rPr>
              <a:t>Uso de manejo de sesiones en el Backend, control de acceso</a:t>
            </a:r>
          </a:p>
          <a:p>
            <a:pPr marL="821324" lvl="1" indent="-410662" algn="l">
              <a:lnSpc>
                <a:spcPts val="7494"/>
              </a:lnSpc>
              <a:buFont typeface="Arial"/>
              <a:buChar char="•"/>
            </a:pPr>
            <a:r>
              <a:rPr lang="en-US" sz="3804">
                <a:solidFill>
                  <a:srgbClr val="000000"/>
                </a:solidFill>
                <a:latin typeface="Poppins"/>
                <a:ea typeface="Poppins"/>
                <a:cs typeface="Poppins"/>
                <a:sym typeface="Poppins"/>
              </a:rPr>
              <a:t>Uso de Base de datos relacional MySQL </a:t>
            </a:r>
          </a:p>
          <a:p>
            <a:pPr marL="821324" lvl="1" indent="-410662" algn="l">
              <a:lnSpc>
                <a:spcPts val="7494"/>
              </a:lnSpc>
              <a:buFont typeface="Arial"/>
              <a:buChar char="•"/>
            </a:pPr>
            <a:r>
              <a:rPr lang="en-US" sz="3804">
                <a:solidFill>
                  <a:srgbClr val="000000"/>
                </a:solidFill>
                <a:latin typeface="Poppins"/>
                <a:ea typeface="Poppins"/>
                <a:cs typeface="Poppins"/>
                <a:sym typeface="Poppins"/>
              </a:rPr>
              <a:t>Dev Tools: XAMPP, GitHub</a:t>
            </a:r>
          </a:p>
          <a:p>
            <a:pPr marL="821324" lvl="1" indent="-410662" algn="l">
              <a:lnSpc>
                <a:spcPts val="7494"/>
              </a:lnSpc>
              <a:buFont typeface="Arial"/>
              <a:buChar char="•"/>
            </a:pPr>
            <a:r>
              <a:rPr lang="en-US" sz="3804">
                <a:solidFill>
                  <a:srgbClr val="000000"/>
                </a:solidFill>
                <a:latin typeface="Poppins"/>
                <a:ea typeface="Poppins"/>
                <a:cs typeface="Poppins"/>
                <a:sym typeface="Poppins"/>
              </a:rPr>
              <a:t>Otros: Composer, seguridad web, análisis de datos, Machine Learning básico</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165655">
            <a:off x="17224208" y="-1530014"/>
            <a:ext cx="3949924" cy="17171291"/>
            <a:chOff x="0" y="0"/>
            <a:chExt cx="1040309" cy="4522480"/>
          </a:xfrm>
        </p:grpSpPr>
        <p:sp>
          <p:nvSpPr>
            <p:cNvPr id="3" name="Freeform 3"/>
            <p:cNvSpPr/>
            <p:nvPr/>
          </p:nvSpPr>
          <p:spPr>
            <a:xfrm>
              <a:off x="0" y="0"/>
              <a:ext cx="1040309" cy="4522480"/>
            </a:xfrm>
            <a:custGeom>
              <a:avLst/>
              <a:gdLst/>
              <a:ahLst/>
              <a:cxnLst/>
              <a:rect l="l" t="t" r="r" b="b"/>
              <a:pathLst>
                <a:path w="1040309" h="4522480">
                  <a:moveTo>
                    <a:pt x="0" y="0"/>
                  </a:moveTo>
                  <a:lnTo>
                    <a:pt x="1040309" y="0"/>
                  </a:lnTo>
                  <a:lnTo>
                    <a:pt x="1040309" y="4522480"/>
                  </a:lnTo>
                  <a:lnTo>
                    <a:pt x="0" y="4522480"/>
                  </a:lnTo>
                  <a:close/>
                </a:path>
              </a:pathLst>
            </a:custGeom>
            <a:solidFill>
              <a:srgbClr val="DF8D11"/>
            </a:solidFill>
          </p:spPr>
        </p:sp>
        <p:sp>
          <p:nvSpPr>
            <p:cNvPr id="4" name="TextBox 4"/>
            <p:cNvSpPr txBox="1"/>
            <p:nvPr/>
          </p:nvSpPr>
          <p:spPr>
            <a:xfrm>
              <a:off x="0" y="-57150"/>
              <a:ext cx="1040309" cy="457963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1867607">
            <a:off x="14387902" y="-9437273"/>
            <a:ext cx="3949924" cy="17171291"/>
            <a:chOff x="0" y="0"/>
            <a:chExt cx="1040309" cy="4522480"/>
          </a:xfrm>
        </p:grpSpPr>
        <p:sp>
          <p:nvSpPr>
            <p:cNvPr id="6" name="Freeform 6"/>
            <p:cNvSpPr/>
            <p:nvPr/>
          </p:nvSpPr>
          <p:spPr>
            <a:xfrm>
              <a:off x="0" y="0"/>
              <a:ext cx="1040309" cy="4522480"/>
            </a:xfrm>
            <a:custGeom>
              <a:avLst/>
              <a:gdLst/>
              <a:ahLst/>
              <a:cxnLst/>
              <a:rect l="l" t="t" r="r" b="b"/>
              <a:pathLst>
                <a:path w="1040309" h="4522480">
                  <a:moveTo>
                    <a:pt x="0" y="0"/>
                  </a:moveTo>
                  <a:lnTo>
                    <a:pt x="1040309" y="0"/>
                  </a:lnTo>
                  <a:lnTo>
                    <a:pt x="1040309" y="4522480"/>
                  </a:lnTo>
                  <a:lnTo>
                    <a:pt x="0" y="4522480"/>
                  </a:lnTo>
                  <a:close/>
                </a:path>
              </a:pathLst>
            </a:custGeom>
            <a:solidFill>
              <a:srgbClr val="F1B04E"/>
            </a:solidFill>
          </p:spPr>
        </p:sp>
        <p:sp>
          <p:nvSpPr>
            <p:cNvPr id="7" name="TextBox 7"/>
            <p:cNvSpPr txBox="1"/>
            <p:nvPr/>
          </p:nvSpPr>
          <p:spPr>
            <a:xfrm>
              <a:off x="0" y="-57150"/>
              <a:ext cx="1040309" cy="4579630"/>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rot="1774930">
            <a:off x="17176583" y="-1245039"/>
            <a:ext cx="3949924" cy="17171291"/>
            <a:chOff x="0" y="0"/>
            <a:chExt cx="1040309" cy="4522480"/>
          </a:xfrm>
        </p:grpSpPr>
        <p:sp>
          <p:nvSpPr>
            <p:cNvPr id="9" name="Freeform 9"/>
            <p:cNvSpPr/>
            <p:nvPr/>
          </p:nvSpPr>
          <p:spPr>
            <a:xfrm>
              <a:off x="0" y="0"/>
              <a:ext cx="1040309" cy="4522480"/>
            </a:xfrm>
            <a:custGeom>
              <a:avLst/>
              <a:gdLst/>
              <a:ahLst/>
              <a:cxnLst/>
              <a:rect l="l" t="t" r="r" b="b"/>
              <a:pathLst>
                <a:path w="1040309" h="4522480">
                  <a:moveTo>
                    <a:pt x="0" y="0"/>
                  </a:moveTo>
                  <a:lnTo>
                    <a:pt x="1040309" y="0"/>
                  </a:lnTo>
                  <a:lnTo>
                    <a:pt x="1040309" y="4522480"/>
                  </a:lnTo>
                  <a:lnTo>
                    <a:pt x="0" y="4522480"/>
                  </a:lnTo>
                  <a:close/>
                </a:path>
              </a:pathLst>
            </a:custGeom>
            <a:solidFill>
              <a:srgbClr val="1B517B"/>
            </a:solidFill>
          </p:spPr>
        </p:sp>
        <p:sp>
          <p:nvSpPr>
            <p:cNvPr id="10" name="TextBox 10"/>
            <p:cNvSpPr txBox="1"/>
            <p:nvPr/>
          </p:nvSpPr>
          <p:spPr>
            <a:xfrm>
              <a:off x="0" y="-57150"/>
              <a:ext cx="1040309" cy="457963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rot="1774930">
            <a:off x="17726178" y="139124"/>
            <a:ext cx="3949924" cy="17171291"/>
            <a:chOff x="0" y="0"/>
            <a:chExt cx="1040309" cy="4522480"/>
          </a:xfrm>
        </p:grpSpPr>
        <p:sp>
          <p:nvSpPr>
            <p:cNvPr id="12" name="Freeform 12"/>
            <p:cNvSpPr/>
            <p:nvPr/>
          </p:nvSpPr>
          <p:spPr>
            <a:xfrm>
              <a:off x="0" y="0"/>
              <a:ext cx="1040309" cy="4522480"/>
            </a:xfrm>
            <a:custGeom>
              <a:avLst/>
              <a:gdLst/>
              <a:ahLst/>
              <a:cxnLst/>
              <a:rect l="l" t="t" r="r" b="b"/>
              <a:pathLst>
                <a:path w="1040309" h="4522480">
                  <a:moveTo>
                    <a:pt x="0" y="0"/>
                  </a:moveTo>
                  <a:lnTo>
                    <a:pt x="1040309" y="0"/>
                  </a:lnTo>
                  <a:lnTo>
                    <a:pt x="1040309" y="4522480"/>
                  </a:lnTo>
                  <a:lnTo>
                    <a:pt x="0" y="4522480"/>
                  </a:lnTo>
                  <a:close/>
                </a:path>
              </a:pathLst>
            </a:custGeom>
            <a:solidFill>
              <a:srgbClr val="487BA2"/>
            </a:solidFill>
          </p:spPr>
        </p:sp>
        <p:sp>
          <p:nvSpPr>
            <p:cNvPr id="13" name="TextBox 13"/>
            <p:cNvSpPr txBox="1"/>
            <p:nvPr/>
          </p:nvSpPr>
          <p:spPr>
            <a:xfrm>
              <a:off x="0" y="-57150"/>
              <a:ext cx="1040309" cy="4579630"/>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1342953" y="1028700"/>
            <a:ext cx="9769414" cy="895350"/>
          </a:xfrm>
          <a:prstGeom prst="rect">
            <a:avLst/>
          </a:prstGeom>
        </p:spPr>
        <p:txBody>
          <a:bodyPr lIns="0" tIns="0" rIns="0" bIns="0" rtlCol="0" anchor="t">
            <a:spAutoFit/>
          </a:bodyPr>
          <a:lstStyle/>
          <a:p>
            <a:pPr algn="l">
              <a:lnSpc>
                <a:spcPts val="7080"/>
              </a:lnSpc>
            </a:pPr>
            <a:r>
              <a:rPr lang="en-US" sz="5900" b="1">
                <a:solidFill>
                  <a:srgbClr val="1B517B"/>
                </a:solidFill>
                <a:latin typeface="Barlow Ultra-Bold"/>
                <a:ea typeface="Barlow Ultra-Bold"/>
                <a:cs typeface="Barlow Ultra-Bold"/>
                <a:sym typeface="Barlow Ultra-Bold"/>
              </a:rPr>
              <a:t>METODOLOGÍA</a:t>
            </a:r>
          </a:p>
        </p:txBody>
      </p:sp>
      <p:sp>
        <p:nvSpPr>
          <p:cNvPr id="15" name="TextBox 15"/>
          <p:cNvSpPr txBox="1"/>
          <p:nvPr/>
        </p:nvSpPr>
        <p:spPr>
          <a:xfrm>
            <a:off x="1342953" y="2301222"/>
            <a:ext cx="13599627" cy="762000"/>
          </a:xfrm>
          <a:prstGeom prst="rect">
            <a:avLst/>
          </a:prstGeom>
        </p:spPr>
        <p:txBody>
          <a:bodyPr lIns="0" tIns="0" rIns="0" bIns="0" rtlCol="0" anchor="t">
            <a:spAutoFit/>
          </a:bodyPr>
          <a:lstStyle/>
          <a:p>
            <a:pPr algn="just">
              <a:lnSpc>
                <a:spcPts val="2999"/>
              </a:lnSpc>
            </a:pPr>
            <a:r>
              <a:rPr lang="en-US" sz="2499">
                <a:solidFill>
                  <a:srgbClr val="000000"/>
                </a:solidFill>
                <a:latin typeface="Poppins"/>
                <a:ea typeface="Poppins"/>
                <a:cs typeface="Poppins"/>
                <a:sym typeface="Poppins"/>
              </a:rPr>
              <a:t>La metodología Scrum es flexible, práctico y nos permite  adaptarnos al cambio en la fase de Sprint que lo requiera.</a:t>
            </a:r>
          </a:p>
        </p:txBody>
      </p:sp>
      <p:sp>
        <p:nvSpPr>
          <p:cNvPr id="16" name="TextBox 16"/>
          <p:cNvSpPr txBox="1"/>
          <p:nvPr/>
        </p:nvSpPr>
        <p:spPr>
          <a:xfrm>
            <a:off x="1185826" y="3575263"/>
            <a:ext cx="13913879" cy="5591175"/>
          </a:xfrm>
          <a:prstGeom prst="rect">
            <a:avLst/>
          </a:prstGeom>
        </p:spPr>
        <p:txBody>
          <a:bodyPr lIns="0" tIns="0" rIns="0" bIns="0" rtlCol="0" anchor="t">
            <a:spAutoFit/>
          </a:bodyPr>
          <a:lstStyle/>
          <a:p>
            <a:pPr algn="just">
              <a:lnSpc>
                <a:spcPts val="2999"/>
              </a:lnSpc>
            </a:pPr>
            <a:r>
              <a:rPr lang="en-US" sz="2499" b="1">
                <a:solidFill>
                  <a:srgbClr val="000000"/>
                </a:solidFill>
                <a:latin typeface="Poppins Bold"/>
                <a:ea typeface="Poppins Bold"/>
                <a:cs typeface="Poppins Bold"/>
                <a:sym typeface="Poppins Bold"/>
              </a:rPr>
              <a:t>Factores Facilitadores</a:t>
            </a:r>
          </a:p>
          <a:p>
            <a:pPr algn="just">
              <a:lnSpc>
                <a:spcPts val="2999"/>
              </a:lnSpc>
            </a:pPr>
            <a:endParaRPr lang="en-US" sz="2499" b="1">
              <a:solidFill>
                <a:srgbClr val="000000"/>
              </a:solidFill>
              <a:latin typeface="Poppins Bold"/>
              <a:ea typeface="Poppins Bold"/>
              <a:cs typeface="Poppins Bold"/>
              <a:sym typeface="Poppins Bold"/>
            </a:endParaRPr>
          </a:p>
          <a:p>
            <a:pPr marL="539749" lvl="1" indent="-269875" algn="just">
              <a:lnSpc>
                <a:spcPts val="2999"/>
              </a:lnSpc>
              <a:buFont typeface="Arial"/>
              <a:buChar char="•"/>
            </a:pPr>
            <a:r>
              <a:rPr lang="en-US" sz="2499">
                <a:solidFill>
                  <a:srgbClr val="000000"/>
                </a:solidFill>
                <a:latin typeface="Poppins"/>
                <a:ea typeface="Poppins"/>
                <a:cs typeface="Poppins"/>
                <a:sym typeface="Poppins"/>
              </a:rPr>
              <a:t>Documentación y tutoriales.</a:t>
            </a:r>
          </a:p>
          <a:p>
            <a:pPr marL="539749" lvl="1" indent="-269875" algn="just">
              <a:lnSpc>
                <a:spcPts val="2999"/>
              </a:lnSpc>
              <a:buFont typeface="Arial"/>
              <a:buChar char="•"/>
            </a:pPr>
            <a:r>
              <a:rPr lang="en-US" sz="2499">
                <a:solidFill>
                  <a:srgbClr val="000000"/>
                </a:solidFill>
                <a:latin typeface="Poppins"/>
                <a:ea typeface="Poppins"/>
                <a:cs typeface="Poppins"/>
                <a:sym typeface="Poppins"/>
              </a:rPr>
              <a:t>Roles definidos: Alejandro Valdivia (Product Owner), Gabriela Campomanes (Scrum Master), Equipo de desarrollo (Ambos).</a:t>
            </a:r>
          </a:p>
          <a:p>
            <a:pPr marL="539749" lvl="1" indent="-269875" algn="just">
              <a:lnSpc>
                <a:spcPts val="2999"/>
              </a:lnSpc>
              <a:buFont typeface="Arial"/>
              <a:buChar char="•"/>
            </a:pPr>
            <a:r>
              <a:rPr lang="en-US" sz="2499">
                <a:solidFill>
                  <a:srgbClr val="000000"/>
                </a:solidFill>
                <a:latin typeface="Poppins"/>
                <a:ea typeface="Poppins"/>
                <a:cs typeface="Poppins"/>
                <a:sym typeface="Poppins"/>
              </a:rPr>
              <a:t>Uso de librerías para acelerar el desarrollo.</a:t>
            </a:r>
          </a:p>
          <a:p>
            <a:pPr algn="just">
              <a:lnSpc>
                <a:spcPts val="2999"/>
              </a:lnSpc>
            </a:pPr>
            <a:endParaRPr lang="en-US" sz="2499">
              <a:solidFill>
                <a:srgbClr val="000000"/>
              </a:solidFill>
              <a:latin typeface="Poppins"/>
              <a:ea typeface="Poppins"/>
              <a:cs typeface="Poppins"/>
              <a:sym typeface="Poppins"/>
            </a:endParaRPr>
          </a:p>
          <a:p>
            <a:pPr algn="just">
              <a:lnSpc>
                <a:spcPts val="2999"/>
              </a:lnSpc>
            </a:pPr>
            <a:r>
              <a:rPr lang="en-US" sz="2499" b="1">
                <a:solidFill>
                  <a:srgbClr val="000000"/>
                </a:solidFill>
                <a:latin typeface="Poppins Bold"/>
                <a:ea typeface="Poppins Bold"/>
                <a:cs typeface="Poppins Bold"/>
                <a:sym typeface="Poppins Bold"/>
              </a:rPr>
              <a:t>Posible Riesgo y Solución</a:t>
            </a:r>
          </a:p>
          <a:p>
            <a:pPr algn="just">
              <a:lnSpc>
                <a:spcPts val="2999"/>
              </a:lnSpc>
            </a:pPr>
            <a:endParaRPr lang="en-US" sz="2499" b="1">
              <a:solidFill>
                <a:srgbClr val="000000"/>
              </a:solidFill>
              <a:latin typeface="Poppins Bold"/>
              <a:ea typeface="Poppins Bold"/>
              <a:cs typeface="Poppins Bold"/>
              <a:sym typeface="Poppins Bold"/>
            </a:endParaRPr>
          </a:p>
          <a:p>
            <a:pPr marL="539749" lvl="1" indent="-269875" algn="just">
              <a:lnSpc>
                <a:spcPts val="2999"/>
              </a:lnSpc>
              <a:buFont typeface="Arial"/>
              <a:buChar char="•"/>
            </a:pPr>
            <a:r>
              <a:rPr lang="en-US" sz="2499">
                <a:solidFill>
                  <a:srgbClr val="000000"/>
                </a:solidFill>
                <a:latin typeface="Poppins"/>
                <a:ea typeface="Poppins"/>
                <a:cs typeface="Poppins"/>
                <a:sym typeface="Poppins"/>
              </a:rPr>
              <a:t>Riesgo: Complejidad del modelo de ML </a:t>
            </a:r>
          </a:p>
          <a:p>
            <a:pPr marL="539749" lvl="1" indent="-269875" algn="just">
              <a:lnSpc>
                <a:spcPts val="2999"/>
              </a:lnSpc>
              <a:buFont typeface="Arial"/>
              <a:buChar char="•"/>
            </a:pPr>
            <a:r>
              <a:rPr lang="en-US" sz="2499">
                <a:solidFill>
                  <a:srgbClr val="000000"/>
                </a:solidFill>
                <a:latin typeface="Poppins"/>
                <a:ea typeface="Poppins"/>
                <a:cs typeface="Poppins"/>
                <a:sym typeface="Poppins"/>
              </a:rPr>
              <a:t>Solución: Empezar a probar con distintos modelos y el modelo que mejor se adapto fue el de regresión lineal (tendencia en el tiempo, Mes, Cantidad Usada, Métrica(datos reales del mes futuro)) </a:t>
            </a:r>
          </a:p>
          <a:p>
            <a:pPr algn="just">
              <a:lnSpc>
                <a:spcPts val="2999"/>
              </a:lnSpc>
            </a:pPr>
            <a:endParaRPr lang="en-US" sz="2499">
              <a:solidFill>
                <a:srgbClr val="000000"/>
              </a:solidFill>
              <a:latin typeface="Poppins"/>
              <a:ea typeface="Poppins"/>
              <a:cs typeface="Poppins"/>
              <a:sym typeface="Poppins"/>
            </a:endParaRPr>
          </a:p>
          <a:p>
            <a:pPr algn="just">
              <a:lnSpc>
                <a:spcPts val="2999"/>
              </a:lnSpc>
            </a:pPr>
            <a:endParaRPr lang="en-US" sz="2499">
              <a:solidFill>
                <a:srgbClr val="000000"/>
              </a:solidFill>
              <a:latin typeface="Poppins"/>
              <a:ea typeface="Poppins"/>
              <a:cs typeface="Poppins"/>
              <a:sym typeface="Poppi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100464">
            <a:off x="5270878" y="-8472144"/>
            <a:ext cx="4546206" cy="13623969"/>
            <a:chOff x="0" y="0"/>
            <a:chExt cx="1197355" cy="3588206"/>
          </a:xfrm>
        </p:grpSpPr>
        <p:sp>
          <p:nvSpPr>
            <p:cNvPr id="3" name="Freeform 3"/>
            <p:cNvSpPr/>
            <p:nvPr/>
          </p:nvSpPr>
          <p:spPr>
            <a:xfrm>
              <a:off x="0" y="0"/>
              <a:ext cx="1197355" cy="3588206"/>
            </a:xfrm>
            <a:custGeom>
              <a:avLst/>
              <a:gdLst/>
              <a:ahLst/>
              <a:cxnLst/>
              <a:rect l="l" t="t" r="r" b="b"/>
              <a:pathLst>
                <a:path w="1197355" h="3588206">
                  <a:moveTo>
                    <a:pt x="0" y="0"/>
                  </a:moveTo>
                  <a:lnTo>
                    <a:pt x="1197355" y="0"/>
                  </a:lnTo>
                  <a:lnTo>
                    <a:pt x="1197355" y="3588206"/>
                  </a:lnTo>
                  <a:lnTo>
                    <a:pt x="0" y="3588206"/>
                  </a:lnTo>
                  <a:close/>
                </a:path>
              </a:pathLst>
            </a:custGeom>
            <a:solidFill>
              <a:srgbClr val="1B517B"/>
            </a:solidFill>
          </p:spPr>
        </p:sp>
        <p:sp>
          <p:nvSpPr>
            <p:cNvPr id="4" name="TextBox 4"/>
            <p:cNvSpPr txBox="1"/>
            <p:nvPr/>
          </p:nvSpPr>
          <p:spPr>
            <a:xfrm>
              <a:off x="0" y="-57150"/>
              <a:ext cx="1197355" cy="3645356"/>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6433443">
            <a:off x="1142085" y="-5758470"/>
            <a:ext cx="4063084" cy="9197401"/>
            <a:chOff x="0" y="0"/>
            <a:chExt cx="1070113" cy="2422361"/>
          </a:xfrm>
        </p:grpSpPr>
        <p:sp>
          <p:nvSpPr>
            <p:cNvPr id="6" name="Freeform 6"/>
            <p:cNvSpPr/>
            <p:nvPr/>
          </p:nvSpPr>
          <p:spPr>
            <a:xfrm>
              <a:off x="0" y="0"/>
              <a:ext cx="1070113" cy="2422361"/>
            </a:xfrm>
            <a:custGeom>
              <a:avLst/>
              <a:gdLst/>
              <a:ahLst/>
              <a:cxnLst/>
              <a:rect l="l" t="t" r="r" b="b"/>
              <a:pathLst>
                <a:path w="1070113" h="2422361">
                  <a:moveTo>
                    <a:pt x="0" y="0"/>
                  </a:moveTo>
                  <a:lnTo>
                    <a:pt x="1070113" y="0"/>
                  </a:lnTo>
                  <a:lnTo>
                    <a:pt x="1070113" y="2422361"/>
                  </a:lnTo>
                  <a:lnTo>
                    <a:pt x="0" y="2422361"/>
                  </a:lnTo>
                  <a:close/>
                </a:path>
              </a:pathLst>
            </a:custGeom>
            <a:solidFill>
              <a:srgbClr val="F1B04E"/>
            </a:solidFill>
          </p:spPr>
        </p:sp>
        <p:sp>
          <p:nvSpPr>
            <p:cNvPr id="7" name="TextBox 7"/>
            <p:cNvSpPr txBox="1"/>
            <p:nvPr/>
          </p:nvSpPr>
          <p:spPr>
            <a:xfrm>
              <a:off x="0" y="-57150"/>
              <a:ext cx="1070113" cy="2479511"/>
            </a:xfrm>
            <a:prstGeom prst="rect">
              <a:avLst/>
            </a:prstGeom>
          </p:spPr>
          <p:txBody>
            <a:bodyPr lIns="50800" tIns="50800" rIns="50800" bIns="50800" rtlCol="0" anchor="ctr"/>
            <a:lstStyle/>
            <a:p>
              <a:pPr algn="ctr">
                <a:lnSpc>
                  <a:spcPts val="2520"/>
                </a:lnSpc>
              </a:pPr>
              <a:endParaRPr/>
            </a:p>
          </p:txBody>
        </p:sp>
      </p:grpSp>
      <p:sp>
        <p:nvSpPr>
          <p:cNvPr id="8" name="Freeform 8"/>
          <p:cNvSpPr/>
          <p:nvPr/>
        </p:nvSpPr>
        <p:spPr>
          <a:xfrm>
            <a:off x="-1025" y="2259336"/>
            <a:ext cx="18289025" cy="4869453"/>
          </a:xfrm>
          <a:custGeom>
            <a:avLst/>
            <a:gdLst/>
            <a:ahLst/>
            <a:cxnLst/>
            <a:rect l="l" t="t" r="r" b="b"/>
            <a:pathLst>
              <a:path w="18289025" h="4869453">
                <a:moveTo>
                  <a:pt x="0" y="0"/>
                </a:moveTo>
                <a:lnTo>
                  <a:pt x="18289025" y="0"/>
                </a:lnTo>
                <a:lnTo>
                  <a:pt x="18289025" y="4869453"/>
                </a:lnTo>
                <a:lnTo>
                  <a:pt x="0" y="4869453"/>
                </a:lnTo>
                <a:lnTo>
                  <a:pt x="0" y="0"/>
                </a:lnTo>
                <a:close/>
              </a:path>
            </a:pathLst>
          </a:custGeom>
          <a:blipFill>
            <a:blip r:embed="rId2"/>
            <a:stretch>
              <a:fillRect/>
            </a:stretch>
          </a:blipFill>
        </p:spPr>
      </p:sp>
      <p:sp>
        <p:nvSpPr>
          <p:cNvPr id="9" name="TextBox 9"/>
          <p:cNvSpPr txBox="1"/>
          <p:nvPr/>
        </p:nvSpPr>
        <p:spPr>
          <a:xfrm>
            <a:off x="4755987" y="1028700"/>
            <a:ext cx="8608205" cy="876300"/>
          </a:xfrm>
          <a:prstGeom prst="rect">
            <a:avLst/>
          </a:prstGeom>
        </p:spPr>
        <p:txBody>
          <a:bodyPr lIns="0" tIns="0" rIns="0" bIns="0" rtlCol="0" anchor="t">
            <a:spAutoFit/>
          </a:bodyPr>
          <a:lstStyle/>
          <a:p>
            <a:pPr algn="ctr">
              <a:lnSpc>
                <a:spcPts val="6960"/>
              </a:lnSpc>
            </a:pPr>
            <a:r>
              <a:rPr lang="en-US" sz="5800" b="1">
                <a:solidFill>
                  <a:srgbClr val="1B517B"/>
                </a:solidFill>
                <a:latin typeface="Barlow Ultra-Bold"/>
                <a:ea typeface="Barlow Ultra-Bold"/>
                <a:cs typeface="Barlow Ultra-Bold"/>
                <a:sym typeface="Barlow Ultra-Bold"/>
              </a:rPr>
              <a:t>FASES TRELLO</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351146" y="1704234"/>
            <a:ext cx="13147396" cy="876300"/>
          </a:xfrm>
          <a:prstGeom prst="rect">
            <a:avLst/>
          </a:prstGeom>
        </p:spPr>
        <p:txBody>
          <a:bodyPr lIns="0" tIns="0" rIns="0" bIns="0" rtlCol="0" anchor="t">
            <a:spAutoFit/>
          </a:bodyPr>
          <a:lstStyle/>
          <a:p>
            <a:pPr algn="ctr">
              <a:lnSpc>
                <a:spcPts val="6960"/>
              </a:lnSpc>
            </a:pPr>
            <a:r>
              <a:rPr lang="en-US" sz="5800" b="1">
                <a:solidFill>
                  <a:srgbClr val="1B517B"/>
                </a:solidFill>
                <a:latin typeface="Barlow Ultra-Bold"/>
                <a:ea typeface="Barlow Ultra-Bold"/>
                <a:cs typeface="Barlow Ultra-Bold"/>
                <a:sym typeface="Barlow Ultra-Bold"/>
              </a:rPr>
              <a:t>PROBLEMAS DURANTE EL DESARROLLO</a:t>
            </a:r>
          </a:p>
        </p:txBody>
      </p:sp>
      <p:grpSp>
        <p:nvGrpSpPr>
          <p:cNvPr id="3" name="Group 3"/>
          <p:cNvGrpSpPr/>
          <p:nvPr/>
        </p:nvGrpSpPr>
        <p:grpSpPr>
          <a:xfrm rot="5100464">
            <a:off x="5270878" y="-8472144"/>
            <a:ext cx="4546206" cy="13623969"/>
            <a:chOff x="0" y="0"/>
            <a:chExt cx="1197355" cy="3588206"/>
          </a:xfrm>
        </p:grpSpPr>
        <p:sp>
          <p:nvSpPr>
            <p:cNvPr id="4" name="Freeform 4"/>
            <p:cNvSpPr/>
            <p:nvPr/>
          </p:nvSpPr>
          <p:spPr>
            <a:xfrm>
              <a:off x="0" y="0"/>
              <a:ext cx="1197355" cy="3588206"/>
            </a:xfrm>
            <a:custGeom>
              <a:avLst/>
              <a:gdLst/>
              <a:ahLst/>
              <a:cxnLst/>
              <a:rect l="l" t="t" r="r" b="b"/>
              <a:pathLst>
                <a:path w="1197355" h="3588206">
                  <a:moveTo>
                    <a:pt x="0" y="0"/>
                  </a:moveTo>
                  <a:lnTo>
                    <a:pt x="1197355" y="0"/>
                  </a:lnTo>
                  <a:lnTo>
                    <a:pt x="1197355" y="3588206"/>
                  </a:lnTo>
                  <a:lnTo>
                    <a:pt x="0" y="3588206"/>
                  </a:lnTo>
                  <a:close/>
                </a:path>
              </a:pathLst>
            </a:custGeom>
            <a:solidFill>
              <a:srgbClr val="1B517B"/>
            </a:solidFill>
          </p:spPr>
        </p:sp>
        <p:sp>
          <p:nvSpPr>
            <p:cNvPr id="5" name="TextBox 5"/>
            <p:cNvSpPr txBox="1"/>
            <p:nvPr/>
          </p:nvSpPr>
          <p:spPr>
            <a:xfrm>
              <a:off x="0" y="-57150"/>
              <a:ext cx="1197355" cy="3645356"/>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rot="-6433443">
            <a:off x="1142085" y="-5758470"/>
            <a:ext cx="4063084" cy="9197401"/>
            <a:chOff x="0" y="0"/>
            <a:chExt cx="1070113" cy="2422361"/>
          </a:xfrm>
        </p:grpSpPr>
        <p:sp>
          <p:nvSpPr>
            <p:cNvPr id="7" name="Freeform 7"/>
            <p:cNvSpPr/>
            <p:nvPr/>
          </p:nvSpPr>
          <p:spPr>
            <a:xfrm>
              <a:off x="0" y="0"/>
              <a:ext cx="1070113" cy="2422361"/>
            </a:xfrm>
            <a:custGeom>
              <a:avLst/>
              <a:gdLst/>
              <a:ahLst/>
              <a:cxnLst/>
              <a:rect l="l" t="t" r="r" b="b"/>
              <a:pathLst>
                <a:path w="1070113" h="2422361">
                  <a:moveTo>
                    <a:pt x="0" y="0"/>
                  </a:moveTo>
                  <a:lnTo>
                    <a:pt x="1070113" y="0"/>
                  </a:lnTo>
                  <a:lnTo>
                    <a:pt x="1070113" y="2422361"/>
                  </a:lnTo>
                  <a:lnTo>
                    <a:pt x="0" y="2422361"/>
                  </a:lnTo>
                  <a:close/>
                </a:path>
              </a:pathLst>
            </a:custGeom>
            <a:solidFill>
              <a:srgbClr val="F1B04E"/>
            </a:solidFill>
          </p:spPr>
        </p:sp>
        <p:sp>
          <p:nvSpPr>
            <p:cNvPr id="8" name="TextBox 8"/>
            <p:cNvSpPr txBox="1"/>
            <p:nvPr/>
          </p:nvSpPr>
          <p:spPr>
            <a:xfrm>
              <a:off x="0" y="-57150"/>
              <a:ext cx="1070113" cy="2479511"/>
            </a:xfrm>
            <a:prstGeom prst="rect">
              <a:avLst/>
            </a:prstGeom>
          </p:spPr>
          <p:txBody>
            <a:bodyPr lIns="50800" tIns="50800" rIns="50800" bIns="50800" rtlCol="0" anchor="ctr"/>
            <a:lstStyle/>
            <a:p>
              <a:pPr algn="ctr">
                <a:lnSpc>
                  <a:spcPts val="2520"/>
                </a:lnSpc>
              </a:pPr>
              <a:endParaRPr/>
            </a:p>
          </p:txBody>
        </p:sp>
      </p:grpSp>
      <p:sp>
        <p:nvSpPr>
          <p:cNvPr id="9" name="TextBox 9"/>
          <p:cNvSpPr txBox="1"/>
          <p:nvPr/>
        </p:nvSpPr>
        <p:spPr>
          <a:xfrm>
            <a:off x="2118891" y="3987951"/>
            <a:ext cx="13611906" cy="4205224"/>
          </a:xfrm>
          <a:prstGeom prst="rect">
            <a:avLst/>
          </a:prstGeom>
        </p:spPr>
        <p:txBody>
          <a:bodyPr lIns="0" tIns="0" rIns="0" bIns="0" rtlCol="0" anchor="t">
            <a:spAutoFit/>
          </a:bodyPr>
          <a:lstStyle/>
          <a:p>
            <a:pPr marL="561339" lvl="1" indent="-280669" algn="just">
              <a:lnSpc>
                <a:spcPts val="3795"/>
              </a:lnSpc>
              <a:buFont typeface="Arial"/>
              <a:buChar char="•"/>
            </a:pPr>
            <a:r>
              <a:rPr lang="en-US" sz="2599">
                <a:solidFill>
                  <a:srgbClr val="000000"/>
                </a:solidFill>
                <a:latin typeface="Poppins"/>
                <a:ea typeface="Poppins"/>
                <a:cs typeface="Poppins"/>
                <a:sym typeface="Poppins"/>
              </a:rPr>
              <a:t>Salida de integrante del proyecto MediTrack.</a:t>
            </a:r>
          </a:p>
          <a:p>
            <a:pPr algn="just">
              <a:lnSpc>
                <a:spcPts val="3795"/>
              </a:lnSpc>
            </a:pPr>
            <a:endParaRPr lang="en-US" sz="2599">
              <a:solidFill>
                <a:srgbClr val="000000"/>
              </a:solidFill>
              <a:latin typeface="Poppins"/>
              <a:ea typeface="Poppins"/>
              <a:cs typeface="Poppins"/>
              <a:sym typeface="Poppins"/>
            </a:endParaRPr>
          </a:p>
          <a:p>
            <a:pPr marL="561339" lvl="1" indent="-280669" algn="just">
              <a:lnSpc>
                <a:spcPts val="3795"/>
              </a:lnSpc>
              <a:buFont typeface="Arial"/>
              <a:buChar char="•"/>
            </a:pPr>
            <a:r>
              <a:rPr lang="en-US" sz="2599">
                <a:solidFill>
                  <a:srgbClr val="000000"/>
                </a:solidFill>
                <a:latin typeface="Poppins"/>
                <a:ea typeface="Poppins"/>
                <a:cs typeface="Poppins"/>
                <a:sym typeface="Poppins"/>
              </a:rPr>
              <a:t>Reorganización de tareas. (Distribución, Sprints, Alcances modificados)</a:t>
            </a:r>
          </a:p>
          <a:p>
            <a:pPr algn="just">
              <a:lnSpc>
                <a:spcPts val="3795"/>
              </a:lnSpc>
            </a:pPr>
            <a:endParaRPr lang="en-US" sz="2599">
              <a:solidFill>
                <a:srgbClr val="000000"/>
              </a:solidFill>
              <a:latin typeface="Poppins"/>
              <a:ea typeface="Poppins"/>
              <a:cs typeface="Poppins"/>
              <a:sym typeface="Poppins"/>
            </a:endParaRPr>
          </a:p>
          <a:p>
            <a:pPr marL="561339" lvl="1" indent="-280669" algn="just">
              <a:lnSpc>
                <a:spcPts val="3795"/>
              </a:lnSpc>
              <a:buFont typeface="Arial"/>
              <a:buChar char="•"/>
            </a:pPr>
            <a:r>
              <a:rPr lang="en-US" sz="2599">
                <a:solidFill>
                  <a:srgbClr val="000000"/>
                </a:solidFill>
                <a:latin typeface="Poppins"/>
                <a:ea typeface="Poppins"/>
                <a:cs typeface="Poppins"/>
                <a:sym typeface="Poppins"/>
              </a:rPr>
              <a:t>Reorganización de ideas. (Cambio base de datos, objetivos modificados(ReIn))</a:t>
            </a:r>
          </a:p>
          <a:p>
            <a:pPr algn="just">
              <a:lnSpc>
                <a:spcPts val="3795"/>
              </a:lnSpc>
            </a:pPr>
            <a:endParaRPr lang="en-US" sz="2599">
              <a:solidFill>
                <a:srgbClr val="000000"/>
              </a:solidFill>
              <a:latin typeface="Poppins"/>
              <a:ea typeface="Poppins"/>
              <a:cs typeface="Poppins"/>
              <a:sym typeface="Poppins"/>
            </a:endParaRPr>
          </a:p>
          <a:p>
            <a:pPr marL="561339" lvl="1" indent="-280669" algn="just">
              <a:lnSpc>
                <a:spcPts val="3795"/>
              </a:lnSpc>
              <a:buFont typeface="Arial"/>
              <a:buChar char="•"/>
            </a:pPr>
            <a:r>
              <a:rPr lang="en-US" sz="2599">
                <a:solidFill>
                  <a:srgbClr val="000000"/>
                </a:solidFill>
                <a:latin typeface="Poppins"/>
                <a:ea typeface="Poppins"/>
                <a:cs typeface="Poppins"/>
                <a:sym typeface="Poppins"/>
              </a:rPr>
              <a:t>Tiempos disponibles.</a:t>
            </a:r>
          </a:p>
          <a:p>
            <a:pPr algn="just">
              <a:lnSpc>
                <a:spcPts val="2879"/>
              </a:lnSpc>
            </a:pPr>
            <a:endParaRPr lang="en-US" sz="2599">
              <a:solidFill>
                <a:srgbClr val="000000"/>
              </a:solidFill>
              <a:latin typeface="Poppins"/>
              <a:ea typeface="Poppins"/>
              <a:cs typeface="Poppins"/>
              <a:sym typeface="Poppi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100464">
            <a:off x="5270878" y="-8472144"/>
            <a:ext cx="4546206" cy="13623969"/>
            <a:chOff x="0" y="0"/>
            <a:chExt cx="1197355" cy="3588206"/>
          </a:xfrm>
        </p:grpSpPr>
        <p:sp>
          <p:nvSpPr>
            <p:cNvPr id="3" name="Freeform 3"/>
            <p:cNvSpPr/>
            <p:nvPr/>
          </p:nvSpPr>
          <p:spPr>
            <a:xfrm>
              <a:off x="0" y="0"/>
              <a:ext cx="1197355" cy="3588206"/>
            </a:xfrm>
            <a:custGeom>
              <a:avLst/>
              <a:gdLst/>
              <a:ahLst/>
              <a:cxnLst/>
              <a:rect l="l" t="t" r="r" b="b"/>
              <a:pathLst>
                <a:path w="1197355" h="3588206">
                  <a:moveTo>
                    <a:pt x="0" y="0"/>
                  </a:moveTo>
                  <a:lnTo>
                    <a:pt x="1197355" y="0"/>
                  </a:lnTo>
                  <a:lnTo>
                    <a:pt x="1197355" y="3588206"/>
                  </a:lnTo>
                  <a:lnTo>
                    <a:pt x="0" y="3588206"/>
                  </a:lnTo>
                  <a:close/>
                </a:path>
              </a:pathLst>
            </a:custGeom>
            <a:solidFill>
              <a:srgbClr val="1B517B"/>
            </a:solidFill>
          </p:spPr>
        </p:sp>
        <p:sp>
          <p:nvSpPr>
            <p:cNvPr id="4" name="TextBox 4"/>
            <p:cNvSpPr txBox="1"/>
            <p:nvPr/>
          </p:nvSpPr>
          <p:spPr>
            <a:xfrm>
              <a:off x="0" y="-57150"/>
              <a:ext cx="1197355" cy="3645356"/>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6433443">
            <a:off x="1142085" y="-5758470"/>
            <a:ext cx="4063084" cy="9197401"/>
            <a:chOff x="0" y="0"/>
            <a:chExt cx="1070113" cy="2422361"/>
          </a:xfrm>
        </p:grpSpPr>
        <p:sp>
          <p:nvSpPr>
            <p:cNvPr id="6" name="Freeform 6"/>
            <p:cNvSpPr/>
            <p:nvPr/>
          </p:nvSpPr>
          <p:spPr>
            <a:xfrm>
              <a:off x="0" y="0"/>
              <a:ext cx="1070113" cy="2422361"/>
            </a:xfrm>
            <a:custGeom>
              <a:avLst/>
              <a:gdLst/>
              <a:ahLst/>
              <a:cxnLst/>
              <a:rect l="l" t="t" r="r" b="b"/>
              <a:pathLst>
                <a:path w="1070113" h="2422361">
                  <a:moveTo>
                    <a:pt x="0" y="0"/>
                  </a:moveTo>
                  <a:lnTo>
                    <a:pt x="1070113" y="0"/>
                  </a:lnTo>
                  <a:lnTo>
                    <a:pt x="1070113" y="2422361"/>
                  </a:lnTo>
                  <a:lnTo>
                    <a:pt x="0" y="2422361"/>
                  </a:lnTo>
                  <a:close/>
                </a:path>
              </a:pathLst>
            </a:custGeom>
            <a:solidFill>
              <a:srgbClr val="F1B04E"/>
            </a:solidFill>
          </p:spPr>
        </p:sp>
        <p:sp>
          <p:nvSpPr>
            <p:cNvPr id="7" name="TextBox 7"/>
            <p:cNvSpPr txBox="1"/>
            <p:nvPr/>
          </p:nvSpPr>
          <p:spPr>
            <a:xfrm>
              <a:off x="0" y="-57150"/>
              <a:ext cx="1070113" cy="2479511"/>
            </a:xfrm>
            <a:prstGeom prst="rect">
              <a:avLst/>
            </a:prstGeom>
          </p:spPr>
          <p:txBody>
            <a:bodyPr lIns="50800" tIns="50800" rIns="50800" bIns="50800" rtlCol="0" anchor="ctr"/>
            <a:lstStyle/>
            <a:p>
              <a:pPr algn="ctr">
                <a:lnSpc>
                  <a:spcPts val="2520"/>
                </a:lnSpc>
              </a:pPr>
              <a:endParaRPr/>
            </a:p>
          </p:txBody>
        </p:sp>
      </p:grpSp>
      <p:sp>
        <p:nvSpPr>
          <p:cNvPr id="9" name="TextBox 9"/>
          <p:cNvSpPr txBox="1"/>
          <p:nvPr/>
        </p:nvSpPr>
        <p:spPr>
          <a:xfrm>
            <a:off x="2351146" y="590550"/>
            <a:ext cx="13147396" cy="876300"/>
          </a:xfrm>
          <a:prstGeom prst="rect">
            <a:avLst/>
          </a:prstGeom>
        </p:spPr>
        <p:txBody>
          <a:bodyPr lIns="0" tIns="0" rIns="0" bIns="0" rtlCol="0" anchor="t">
            <a:spAutoFit/>
          </a:bodyPr>
          <a:lstStyle/>
          <a:p>
            <a:pPr algn="ctr">
              <a:lnSpc>
                <a:spcPts val="6960"/>
              </a:lnSpc>
            </a:pPr>
            <a:r>
              <a:rPr lang="en-US" sz="5800" b="1">
                <a:solidFill>
                  <a:srgbClr val="1B517B"/>
                </a:solidFill>
                <a:latin typeface="Barlow Ultra-Bold"/>
                <a:ea typeface="Barlow Ultra-Bold"/>
                <a:cs typeface="Barlow Ultra-Bold"/>
                <a:sym typeface="Barlow Ultra-Bold"/>
              </a:rPr>
              <a:t>MUESTRA DE MEDITRACK</a:t>
            </a:r>
          </a:p>
        </p:txBody>
      </p:sp>
      <p:pic>
        <p:nvPicPr>
          <p:cNvPr id="11" name="Imagen 10">
            <a:extLst>
              <a:ext uri="{FF2B5EF4-FFF2-40B4-BE49-F238E27FC236}">
                <a16:creationId xmlns:a16="http://schemas.microsoft.com/office/drawing/2014/main" id="{53B180B7-1083-C0E4-9447-2E91C89B7DEA}"/>
              </a:ext>
            </a:extLst>
          </p:cNvPr>
          <p:cNvPicPr>
            <a:picLocks noChangeAspect="1"/>
          </p:cNvPicPr>
          <p:nvPr/>
        </p:nvPicPr>
        <p:blipFill>
          <a:blip r:embed="rId2"/>
          <a:stretch>
            <a:fillRect/>
          </a:stretch>
        </p:blipFill>
        <p:spPr>
          <a:xfrm>
            <a:off x="6553200" y="3200474"/>
            <a:ext cx="4157870" cy="415787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336259" y="1028700"/>
            <a:ext cx="13147396" cy="876300"/>
          </a:xfrm>
          <a:prstGeom prst="rect">
            <a:avLst/>
          </a:prstGeom>
        </p:spPr>
        <p:txBody>
          <a:bodyPr lIns="0" tIns="0" rIns="0" bIns="0" rtlCol="0" anchor="t">
            <a:spAutoFit/>
          </a:bodyPr>
          <a:lstStyle/>
          <a:p>
            <a:pPr algn="ctr">
              <a:lnSpc>
                <a:spcPts val="6960"/>
              </a:lnSpc>
            </a:pPr>
            <a:r>
              <a:rPr lang="en-US" sz="5800" b="1">
                <a:solidFill>
                  <a:srgbClr val="1B517B"/>
                </a:solidFill>
                <a:latin typeface="Barlow Ultra-Bold"/>
                <a:ea typeface="Barlow Ultra-Bold"/>
                <a:cs typeface="Barlow Ultra-Bold"/>
                <a:sym typeface="Barlow Ultra-Bold"/>
              </a:rPr>
              <a:t>EVIDENCIA</a:t>
            </a:r>
          </a:p>
        </p:txBody>
      </p:sp>
      <p:grpSp>
        <p:nvGrpSpPr>
          <p:cNvPr id="3" name="Group 3"/>
          <p:cNvGrpSpPr/>
          <p:nvPr/>
        </p:nvGrpSpPr>
        <p:grpSpPr>
          <a:xfrm rot="5100464">
            <a:off x="5270878" y="-8472144"/>
            <a:ext cx="4546206" cy="13623969"/>
            <a:chOff x="0" y="0"/>
            <a:chExt cx="1197355" cy="3588206"/>
          </a:xfrm>
        </p:grpSpPr>
        <p:sp>
          <p:nvSpPr>
            <p:cNvPr id="4" name="Freeform 4"/>
            <p:cNvSpPr/>
            <p:nvPr/>
          </p:nvSpPr>
          <p:spPr>
            <a:xfrm>
              <a:off x="0" y="0"/>
              <a:ext cx="1197355" cy="3588206"/>
            </a:xfrm>
            <a:custGeom>
              <a:avLst/>
              <a:gdLst/>
              <a:ahLst/>
              <a:cxnLst/>
              <a:rect l="l" t="t" r="r" b="b"/>
              <a:pathLst>
                <a:path w="1197355" h="3588206">
                  <a:moveTo>
                    <a:pt x="0" y="0"/>
                  </a:moveTo>
                  <a:lnTo>
                    <a:pt x="1197355" y="0"/>
                  </a:lnTo>
                  <a:lnTo>
                    <a:pt x="1197355" y="3588206"/>
                  </a:lnTo>
                  <a:lnTo>
                    <a:pt x="0" y="3588206"/>
                  </a:lnTo>
                  <a:close/>
                </a:path>
              </a:pathLst>
            </a:custGeom>
            <a:solidFill>
              <a:srgbClr val="1B517B"/>
            </a:solidFill>
          </p:spPr>
        </p:sp>
        <p:sp>
          <p:nvSpPr>
            <p:cNvPr id="5" name="TextBox 5"/>
            <p:cNvSpPr txBox="1"/>
            <p:nvPr/>
          </p:nvSpPr>
          <p:spPr>
            <a:xfrm>
              <a:off x="0" y="-57150"/>
              <a:ext cx="1197355" cy="3645356"/>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rot="-6433443">
            <a:off x="1142085" y="-5758470"/>
            <a:ext cx="4063084" cy="9197401"/>
            <a:chOff x="0" y="0"/>
            <a:chExt cx="1070113" cy="2422361"/>
          </a:xfrm>
        </p:grpSpPr>
        <p:sp>
          <p:nvSpPr>
            <p:cNvPr id="7" name="Freeform 7"/>
            <p:cNvSpPr/>
            <p:nvPr/>
          </p:nvSpPr>
          <p:spPr>
            <a:xfrm>
              <a:off x="0" y="0"/>
              <a:ext cx="1070113" cy="2422361"/>
            </a:xfrm>
            <a:custGeom>
              <a:avLst/>
              <a:gdLst/>
              <a:ahLst/>
              <a:cxnLst/>
              <a:rect l="l" t="t" r="r" b="b"/>
              <a:pathLst>
                <a:path w="1070113" h="2422361">
                  <a:moveTo>
                    <a:pt x="0" y="0"/>
                  </a:moveTo>
                  <a:lnTo>
                    <a:pt x="1070113" y="0"/>
                  </a:lnTo>
                  <a:lnTo>
                    <a:pt x="1070113" y="2422361"/>
                  </a:lnTo>
                  <a:lnTo>
                    <a:pt x="0" y="2422361"/>
                  </a:lnTo>
                  <a:close/>
                </a:path>
              </a:pathLst>
            </a:custGeom>
            <a:solidFill>
              <a:srgbClr val="F1B04E"/>
            </a:solidFill>
          </p:spPr>
        </p:sp>
        <p:sp>
          <p:nvSpPr>
            <p:cNvPr id="8" name="TextBox 8"/>
            <p:cNvSpPr txBox="1"/>
            <p:nvPr/>
          </p:nvSpPr>
          <p:spPr>
            <a:xfrm>
              <a:off x="0" y="-57150"/>
              <a:ext cx="1070113" cy="2479511"/>
            </a:xfrm>
            <a:prstGeom prst="rect">
              <a:avLst/>
            </a:prstGeom>
          </p:spPr>
          <p:txBody>
            <a:bodyPr lIns="50800" tIns="50800" rIns="50800" bIns="50800" rtlCol="0" anchor="ctr"/>
            <a:lstStyle/>
            <a:p>
              <a:pPr algn="ctr">
                <a:lnSpc>
                  <a:spcPts val="2520"/>
                </a:lnSpc>
              </a:pPr>
              <a:endParaRPr/>
            </a:p>
          </p:txBody>
        </p:sp>
      </p:grpSp>
      <p:sp>
        <p:nvSpPr>
          <p:cNvPr id="9" name="Freeform 9"/>
          <p:cNvSpPr/>
          <p:nvPr/>
        </p:nvSpPr>
        <p:spPr>
          <a:xfrm>
            <a:off x="560029" y="2366975"/>
            <a:ext cx="5927863" cy="6356958"/>
          </a:xfrm>
          <a:custGeom>
            <a:avLst/>
            <a:gdLst/>
            <a:ahLst/>
            <a:cxnLst/>
            <a:rect l="l" t="t" r="r" b="b"/>
            <a:pathLst>
              <a:path w="5927863" h="6356958">
                <a:moveTo>
                  <a:pt x="0" y="0"/>
                </a:moveTo>
                <a:lnTo>
                  <a:pt x="5927864" y="0"/>
                </a:lnTo>
                <a:lnTo>
                  <a:pt x="5927864" y="6356959"/>
                </a:lnTo>
                <a:lnTo>
                  <a:pt x="0" y="6356959"/>
                </a:lnTo>
                <a:lnTo>
                  <a:pt x="0" y="0"/>
                </a:lnTo>
                <a:close/>
              </a:path>
            </a:pathLst>
          </a:custGeom>
          <a:blipFill>
            <a:blip r:embed="rId2"/>
            <a:stretch>
              <a:fillRect/>
            </a:stretch>
          </a:blipFill>
        </p:spPr>
      </p:sp>
      <p:sp>
        <p:nvSpPr>
          <p:cNvPr id="10" name="Freeform 10"/>
          <p:cNvSpPr/>
          <p:nvPr/>
        </p:nvSpPr>
        <p:spPr>
          <a:xfrm>
            <a:off x="6981326" y="2366975"/>
            <a:ext cx="5006105" cy="6356958"/>
          </a:xfrm>
          <a:custGeom>
            <a:avLst/>
            <a:gdLst/>
            <a:ahLst/>
            <a:cxnLst/>
            <a:rect l="l" t="t" r="r" b="b"/>
            <a:pathLst>
              <a:path w="5006105" h="6356958">
                <a:moveTo>
                  <a:pt x="0" y="0"/>
                </a:moveTo>
                <a:lnTo>
                  <a:pt x="5006104" y="0"/>
                </a:lnTo>
                <a:lnTo>
                  <a:pt x="5006104" y="6356959"/>
                </a:lnTo>
                <a:lnTo>
                  <a:pt x="0" y="6356959"/>
                </a:lnTo>
                <a:lnTo>
                  <a:pt x="0" y="0"/>
                </a:lnTo>
                <a:close/>
              </a:path>
            </a:pathLst>
          </a:custGeom>
          <a:blipFill>
            <a:blip r:embed="rId3"/>
            <a:stretch>
              <a:fillRect/>
            </a:stretch>
          </a:blipFill>
        </p:spPr>
      </p:sp>
      <p:sp>
        <p:nvSpPr>
          <p:cNvPr id="11" name="Freeform 11"/>
          <p:cNvSpPr/>
          <p:nvPr/>
        </p:nvSpPr>
        <p:spPr>
          <a:xfrm>
            <a:off x="11987430" y="2366975"/>
            <a:ext cx="5869345" cy="6303201"/>
          </a:xfrm>
          <a:custGeom>
            <a:avLst/>
            <a:gdLst/>
            <a:ahLst/>
            <a:cxnLst/>
            <a:rect l="l" t="t" r="r" b="b"/>
            <a:pathLst>
              <a:path w="5869345" h="6303201">
                <a:moveTo>
                  <a:pt x="0" y="0"/>
                </a:moveTo>
                <a:lnTo>
                  <a:pt x="5869345" y="0"/>
                </a:lnTo>
                <a:lnTo>
                  <a:pt x="5869345" y="6303202"/>
                </a:lnTo>
                <a:lnTo>
                  <a:pt x="0" y="6303202"/>
                </a:lnTo>
                <a:lnTo>
                  <a:pt x="0" y="0"/>
                </a:lnTo>
                <a:close/>
              </a:path>
            </a:pathLst>
          </a:custGeom>
          <a:blipFill>
            <a:blip r:embed="rId4"/>
            <a:stretch>
              <a:fillRect/>
            </a:stretch>
          </a:blipFill>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336259" y="1028700"/>
            <a:ext cx="13147396" cy="876300"/>
          </a:xfrm>
          <a:prstGeom prst="rect">
            <a:avLst/>
          </a:prstGeom>
        </p:spPr>
        <p:txBody>
          <a:bodyPr lIns="0" tIns="0" rIns="0" bIns="0" rtlCol="0" anchor="t">
            <a:spAutoFit/>
          </a:bodyPr>
          <a:lstStyle/>
          <a:p>
            <a:pPr algn="ctr">
              <a:lnSpc>
                <a:spcPts val="6960"/>
              </a:lnSpc>
            </a:pPr>
            <a:r>
              <a:rPr lang="en-US" sz="5800" b="1">
                <a:solidFill>
                  <a:srgbClr val="1B517B"/>
                </a:solidFill>
                <a:latin typeface="Barlow Ultra-Bold"/>
                <a:ea typeface="Barlow Ultra-Bold"/>
                <a:cs typeface="Barlow Ultra-Bold"/>
                <a:sym typeface="Barlow Ultra-Bold"/>
              </a:rPr>
              <a:t>EVIDENCIA</a:t>
            </a:r>
          </a:p>
        </p:txBody>
      </p:sp>
      <p:grpSp>
        <p:nvGrpSpPr>
          <p:cNvPr id="3" name="Group 3"/>
          <p:cNvGrpSpPr/>
          <p:nvPr/>
        </p:nvGrpSpPr>
        <p:grpSpPr>
          <a:xfrm rot="5100464">
            <a:off x="5270878" y="-8472144"/>
            <a:ext cx="4546206" cy="13623969"/>
            <a:chOff x="0" y="0"/>
            <a:chExt cx="1197355" cy="3588206"/>
          </a:xfrm>
        </p:grpSpPr>
        <p:sp>
          <p:nvSpPr>
            <p:cNvPr id="4" name="Freeform 4"/>
            <p:cNvSpPr/>
            <p:nvPr/>
          </p:nvSpPr>
          <p:spPr>
            <a:xfrm>
              <a:off x="0" y="0"/>
              <a:ext cx="1197355" cy="3588206"/>
            </a:xfrm>
            <a:custGeom>
              <a:avLst/>
              <a:gdLst/>
              <a:ahLst/>
              <a:cxnLst/>
              <a:rect l="l" t="t" r="r" b="b"/>
              <a:pathLst>
                <a:path w="1197355" h="3588206">
                  <a:moveTo>
                    <a:pt x="0" y="0"/>
                  </a:moveTo>
                  <a:lnTo>
                    <a:pt x="1197355" y="0"/>
                  </a:lnTo>
                  <a:lnTo>
                    <a:pt x="1197355" y="3588206"/>
                  </a:lnTo>
                  <a:lnTo>
                    <a:pt x="0" y="3588206"/>
                  </a:lnTo>
                  <a:close/>
                </a:path>
              </a:pathLst>
            </a:custGeom>
            <a:solidFill>
              <a:srgbClr val="1B517B"/>
            </a:solidFill>
          </p:spPr>
        </p:sp>
        <p:sp>
          <p:nvSpPr>
            <p:cNvPr id="5" name="TextBox 5"/>
            <p:cNvSpPr txBox="1"/>
            <p:nvPr/>
          </p:nvSpPr>
          <p:spPr>
            <a:xfrm>
              <a:off x="0" y="-57150"/>
              <a:ext cx="1197355" cy="3645356"/>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rot="-6433443">
            <a:off x="1142085" y="-5758470"/>
            <a:ext cx="4063084" cy="9197401"/>
            <a:chOff x="0" y="0"/>
            <a:chExt cx="1070113" cy="2422361"/>
          </a:xfrm>
        </p:grpSpPr>
        <p:sp>
          <p:nvSpPr>
            <p:cNvPr id="7" name="Freeform 7"/>
            <p:cNvSpPr/>
            <p:nvPr/>
          </p:nvSpPr>
          <p:spPr>
            <a:xfrm>
              <a:off x="0" y="0"/>
              <a:ext cx="1070113" cy="2422361"/>
            </a:xfrm>
            <a:custGeom>
              <a:avLst/>
              <a:gdLst/>
              <a:ahLst/>
              <a:cxnLst/>
              <a:rect l="l" t="t" r="r" b="b"/>
              <a:pathLst>
                <a:path w="1070113" h="2422361">
                  <a:moveTo>
                    <a:pt x="0" y="0"/>
                  </a:moveTo>
                  <a:lnTo>
                    <a:pt x="1070113" y="0"/>
                  </a:lnTo>
                  <a:lnTo>
                    <a:pt x="1070113" y="2422361"/>
                  </a:lnTo>
                  <a:lnTo>
                    <a:pt x="0" y="2422361"/>
                  </a:lnTo>
                  <a:close/>
                </a:path>
              </a:pathLst>
            </a:custGeom>
            <a:solidFill>
              <a:srgbClr val="F1B04E"/>
            </a:solidFill>
          </p:spPr>
        </p:sp>
        <p:sp>
          <p:nvSpPr>
            <p:cNvPr id="8" name="TextBox 8"/>
            <p:cNvSpPr txBox="1"/>
            <p:nvPr/>
          </p:nvSpPr>
          <p:spPr>
            <a:xfrm>
              <a:off x="0" y="-57150"/>
              <a:ext cx="1070113" cy="2479511"/>
            </a:xfrm>
            <a:prstGeom prst="rect">
              <a:avLst/>
            </a:prstGeom>
          </p:spPr>
          <p:txBody>
            <a:bodyPr lIns="50800" tIns="50800" rIns="50800" bIns="50800" rtlCol="0" anchor="ctr"/>
            <a:lstStyle/>
            <a:p>
              <a:pPr algn="ctr">
                <a:lnSpc>
                  <a:spcPts val="2520"/>
                </a:lnSpc>
              </a:pPr>
              <a:endParaRPr/>
            </a:p>
          </p:txBody>
        </p:sp>
      </p:grpSp>
      <p:sp>
        <p:nvSpPr>
          <p:cNvPr id="9" name="Freeform 9"/>
          <p:cNvSpPr/>
          <p:nvPr/>
        </p:nvSpPr>
        <p:spPr>
          <a:xfrm>
            <a:off x="644459" y="3015132"/>
            <a:ext cx="16999082" cy="5184720"/>
          </a:xfrm>
          <a:custGeom>
            <a:avLst/>
            <a:gdLst/>
            <a:ahLst/>
            <a:cxnLst/>
            <a:rect l="l" t="t" r="r" b="b"/>
            <a:pathLst>
              <a:path w="16999082" h="5184720">
                <a:moveTo>
                  <a:pt x="0" y="0"/>
                </a:moveTo>
                <a:lnTo>
                  <a:pt x="16999082" y="0"/>
                </a:lnTo>
                <a:lnTo>
                  <a:pt x="16999082" y="5184720"/>
                </a:lnTo>
                <a:lnTo>
                  <a:pt x="0" y="5184720"/>
                </a:lnTo>
                <a:lnTo>
                  <a:pt x="0" y="0"/>
                </a:lnTo>
                <a:close/>
              </a:path>
            </a:pathLst>
          </a:custGeom>
          <a:blipFill>
            <a:blip r:embed="rId2"/>
            <a:stretch>
              <a:fillRect/>
            </a:stretch>
          </a:blipFill>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808904">
            <a:off x="15759241" y="-7988482"/>
            <a:ext cx="1971074" cy="17171291"/>
            <a:chOff x="0" y="0"/>
            <a:chExt cx="519131" cy="4522480"/>
          </a:xfrm>
        </p:grpSpPr>
        <p:sp>
          <p:nvSpPr>
            <p:cNvPr id="3" name="Freeform 3"/>
            <p:cNvSpPr/>
            <p:nvPr/>
          </p:nvSpPr>
          <p:spPr>
            <a:xfrm>
              <a:off x="0" y="0"/>
              <a:ext cx="519131" cy="4522480"/>
            </a:xfrm>
            <a:custGeom>
              <a:avLst/>
              <a:gdLst/>
              <a:ahLst/>
              <a:cxnLst/>
              <a:rect l="l" t="t" r="r" b="b"/>
              <a:pathLst>
                <a:path w="519131" h="4522480">
                  <a:moveTo>
                    <a:pt x="0" y="0"/>
                  </a:moveTo>
                  <a:lnTo>
                    <a:pt x="519131" y="0"/>
                  </a:lnTo>
                  <a:lnTo>
                    <a:pt x="519131" y="4522480"/>
                  </a:lnTo>
                  <a:lnTo>
                    <a:pt x="0" y="4522480"/>
                  </a:lnTo>
                  <a:close/>
                </a:path>
              </a:pathLst>
            </a:custGeom>
            <a:solidFill>
              <a:srgbClr val="F1B04E"/>
            </a:solidFill>
          </p:spPr>
        </p:sp>
        <p:sp>
          <p:nvSpPr>
            <p:cNvPr id="4" name="TextBox 4"/>
            <p:cNvSpPr txBox="1"/>
            <p:nvPr/>
          </p:nvSpPr>
          <p:spPr>
            <a:xfrm>
              <a:off x="0" y="-57150"/>
              <a:ext cx="519131" cy="457963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1521197">
            <a:off x="16612798" y="-2424361"/>
            <a:ext cx="2571887" cy="17171291"/>
            <a:chOff x="0" y="0"/>
            <a:chExt cx="677369" cy="4522480"/>
          </a:xfrm>
        </p:grpSpPr>
        <p:sp>
          <p:nvSpPr>
            <p:cNvPr id="6" name="Freeform 6"/>
            <p:cNvSpPr/>
            <p:nvPr/>
          </p:nvSpPr>
          <p:spPr>
            <a:xfrm>
              <a:off x="0" y="0"/>
              <a:ext cx="677369" cy="4522480"/>
            </a:xfrm>
            <a:custGeom>
              <a:avLst/>
              <a:gdLst/>
              <a:ahLst/>
              <a:cxnLst/>
              <a:rect l="l" t="t" r="r" b="b"/>
              <a:pathLst>
                <a:path w="677369" h="4522480">
                  <a:moveTo>
                    <a:pt x="0" y="0"/>
                  </a:moveTo>
                  <a:lnTo>
                    <a:pt x="677369" y="0"/>
                  </a:lnTo>
                  <a:lnTo>
                    <a:pt x="677369" y="4522480"/>
                  </a:lnTo>
                  <a:lnTo>
                    <a:pt x="0" y="4522480"/>
                  </a:lnTo>
                  <a:close/>
                </a:path>
              </a:pathLst>
            </a:custGeom>
            <a:solidFill>
              <a:srgbClr val="487BA2"/>
            </a:solidFill>
          </p:spPr>
        </p:sp>
        <p:sp>
          <p:nvSpPr>
            <p:cNvPr id="7" name="TextBox 7"/>
            <p:cNvSpPr txBox="1"/>
            <p:nvPr/>
          </p:nvSpPr>
          <p:spPr>
            <a:xfrm>
              <a:off x="0" y="-57150"/>
              <a:ext cx="677369" cy="4579630"/>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4100908" y="1292097"/>
            <a:ext cx="8342945" cy="933450"/>
          </a:xfrm>
          <a:prstGeom prst="rect">
            <a:avLst/>
          </a:prstGeom>
        </p:spPr>
        <p:txBody>
          <a:bodyPr lIns="0" tIns="0" rIns="0" bIns="0" rtlCol="0" anchor="t">
            <a:spAutoFit/>
          </a:bodyPr>
          <a:lstStyle/>
          <a:p>
            <a:pPr algn="ctr">
              <a:lnSpc>
                <a:spcPts val="7200"/>
              </a:lnSpc>
            </a:pPr>
            <a:r>
              <a:rPr lang="en-US" sz="6000" b="1">
                <a:solidFill>
                  <a:srgbClr val="1B517B"/>
                </a:solidFill>
                <a:latin typeface="Barlow Ultra-Bold"/>
                <a:ea typeface="Barlow Ultra-Bold"/>
                <a:cs typeface="Barlow Ultra-Bold"/>
                <a:sym typeface="Barlow Ultra-Bold"/>
              </a:rPr>
              <a:t>CONCLUSIÓN</a:t>
            </a:r>
          </a:p>
        </p:txBody>
      </p:sp>
      <p:sp>
        <p:nvSpPr>
          <p:cNvPr id="9" name="TextBox 9"/>
          <p:cNvSpPr txBox="1"/>
          <p:nvPr/>
        </p:nvSpPr>
        <p:spPr>
          <a:xfrm>
            <a:off x="2380161" y="2638425"/>
            <a:ext cx="12215542" cy="5953125"/>
          </a:xfrm>
          <a:prstGeom prst="rect">
            <a:avLst/>
          </a:prstGeom>
        </p:spPr>
        <p:txBody>
          <a:bodyPr lIns="0" tIns="0" rIns="0" bIns="0" rtlCol="0" anchor="t">
            <a:spAutoFit/>
          </a:bodyPr>
          <a:lstStyle/>
          <a:p>
            <a:pPr algn="just">
              <a:lnSpc>
                <a:spcPts val="5324"/>
              </a:lnSpc>
            </a:pPr>
            <a:r>
              <a:rPr lang="en-US" sz="2499" spc="-104">
                <a:solidFill>
                  <a:srgbClr val="000000"/>
                </a:solidFill>
                <a:latin typeface="Poppins"/>
                <a:ea typeface="Poppins"/>
                <a:cs typeface="Poppins"/>
                <a:sym typeface="Poppins"/>
              </a:rPr>
              <a:t>El proyecto MediTrack representa una solución innovadora y pertinente para enfrentar la gestión ineficiente de insumos médicos en entornos hospitalarios.</a:t>
            </a:r>
          </a:p>
          <a:p>
            <a:pPr algn="just">
              <a:lnSpc>
                <a:spcPts val="5324"/>
              </a:lnSpc>
            </a:pPr>
            <a:r>
              <a:rPr lang="en-US" sz="2499" spc="-104">
                <a:solidFill>
                  <a:srgbClr val="000000"/>
                </a:solidFill>
                <a:latin typeface="Poppins"/>
                <a:ea typeface="Poppins"/>
                <a:cs typeface="Poppins"/>
                <a:sym typeface="Poppins"/>
              </a:rPr>
              <a:t>La propuesta no solo responde a una necesidad real del Hospital Félix Bulnes, sino que además se alinea con las competencias del perfil de egreso del estudiante de Ingeniería en Informática.</a:t>
            </a:r>
          </a:p>
          <a:p>
            <a:pPr algn="just">
              <a:lnSpc>
                <a:spcPts val="5324"/>
              </a:lnSpc>
            </a:pPr>
            <a:endParaRPr lang="en-US" sz="2499" spc="-104">
              <a:solidFill>
                <a:srgbClr val="000000"/>
              </a:solidFill>
              <a:latin typeface="Poppins"/>
              <a:ea typeface="Poppins"/>
              <a:cs typeface="Poppins"/>
              <a:sym typeface="Poppins"/>
            </a:endParaRPr>
          </a:p>
          <a:p>
            <a:pPr algn="just">
              <a:lnSpc>
                <a:spcPts val="5324"/>
              </a:lnSpc>
            </a:pPr>
            <a:r>
              <a:rPr lang="en-US" sz="2499" spc="-104">
                <a:solidFill>
                  <a:srgbClr val="000000"/>
                </a:solidFill>
                <a:latin typeface="Poppins"/>
                <a:ea typeface="Poppins"/>
                <a:cs typeface="Poppins"/>
                <a:sym typeface="Poppins"/>
              </a:rPr>
              <a:t>MediTrack representa una solución adaptable y escalable que eficiencia operativa de centros de salud.</a:t>
            </a:r>
          </a:p>
          <a:p>
            <a:pPr algn="just">
              <a:lnSpc>
                <a:spcPts val="5324"/>
              </a:lnSpc>
            </a:pPr>
            <a:endParaRPr lang="en-US" sz="2499" spc="-104">
              <a:solidFill>
                <a:srgbClr val="000000"/>
              </a:solidFill>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536</Words>
  <Application>Microsoft Office PowerPoint</Application>
  <PresentationFormat>Personalizado</PresentationFormat>
  <Paragraphs>77</Paragraphs>
  <Slides>18</Slides>
  <Notes>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18</vt:i4>
      </vt:variant>
    </vt:vector>
  </HeadingPairs>
  <TitlesOfParts>
    <vt:vector size="26" baseType="lpstr">
      <vt:lpstr>Barlow Bold</vt:lpstr>
      <vt:lpstr>Poppins</vt:lpstr>
      <vt:lpstr>Arial</vt:lpstr>
      <vt:lpstr>Calibri</vt:lpstr>
      <vt:lpstr>Barlow Semi-Bold</vt:lpstr>
      <vt:lpstr>Poppins Bold</vt:lpstr>
      <vt:lpstr>Barlow Ultra-Bold</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Copia de MEDITRACK</dc:title>
  <cp:lastModifiedBy>Barbara Andrea Ramirez Ruz</cp:lastModifiedBy>
  <cp:revision>2</cp:revision>
  <dcterms:created xsi:type="dcterms:W3CDTF">2006-08-16T00:00:00Z</dcterms:created>
  <dcterms:modified xsi:type="dcterms:W3CDTF">2025-07-21T12:16:19Z</dcterms:modified>
  <dc:identifier>DAGr4f7ueSA</dc:identifier>
</cp:coreProperties>
</file>